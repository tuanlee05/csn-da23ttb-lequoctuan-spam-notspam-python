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61" r:id="rId4"/>
    <p:sldId id="258" r:id="rId5"/>
    <p:sldId id="260" r:id="rId6"/>
    <p:sldId id="262" r:id="rId7"/>
    <p:sldId id="265" r:id="rId8"/>
    <p:sldId id="268" r:id="rId9"/>
    <p:sldId id="266" r:id="rId10"/>
    <p:sldId id="267" r:id="rId11"/>
    <p:sldId id="269" r:id="rId12"/>
    <p:sldId id="271" r:id="rId13"/>
    <p:sldId id="273" r:id="rId14"/>
    <p:sldId id="274" r:id="rId15"/>
    <p:sldId id="275" r:id="rId16"/>
    <p:sldId id="278" r:id="rId17"/>
    <p:sldId id="276" r:id="rId18"/>
    <p:sldId id="280" r:id="rId19"/>
    <p:sldId id="279" r:id="rId20"/>
    <p:sldId id="281" r:id="rId21"/>
    <p:sldId id="282" r:id="rId22"/>
    <p:sldId id="272" r:id="rId23"/>
    <p:sldId id="27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029937-D3C3-49E0-B0A7-E8E458755180}" v="257" dt="2026-01-09T18:00:23.3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105" d="100"/>
          <a:sy n="105" d="100"/>
        </p:scale>
        <p:origin x="834"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 QUOC TUAN" userId="8beabeb0-f56a-42d5-b6c6-bebf0a14788c" providerId="ADAL" clId="{8737885A-D720-4453-8906-A3EB2BD4AFC9}"/>
    <pc:docChg chg="undo custSel addSld delSld modSld sldOrd">
      <pc:chgData name="LE QUOC TUAN" userId="8beabeb0-f56a-42d5-b6c6-bebf0a14788c" providerId="ADAL" clId="{8737885A-D720-4453-8906-A3EB2BD4AFC9}" dt="2026-01-09T18:00:31.945" v="4684" actId="207"/>
      <pc:docMkLst>
        <pc:docMk/>
      </pc:docMkLst>
      <pc:sldChg chg="modSp mod">
        <pc:chgData name="LE QUOC TUAN" userId="8beabeb0-f56a-42d5-b6c6-bebf0a14788c" providerId="ADAL" clId="{8737885A-D720-4453-8906-A3EB2BD4AFC9}" dt="2026-01-05T16:16:22.334" v="1213" actId="34135"/>
        <pc:sldMkLst>
          <pc:docMk/>
          <pc:sldMk cId="2733146945" sldId="256"/>
        </pc:sldMkLst>
        <pc:spChg chg="mod">
          <ac:chgData name="LE QUOC TUAN" userId="8beabeb0-f56a-42d5-b6c6-bebf0a14788c" providerId="ADAL" clId="{8737885A-D720-4453-8906-A3EB2BD4AFC9}" dt="2026-01-05T08:16:31.571" v="836" actId="34135"/>
          <ac:spMkLst>
            <pc:docMk/>
            <pc:sldMk cId="2733146945" sldId="256"/>
            <ac:spMk id="8" creationId="{72BC4766-35C8-968C-E951-3651BEAC4E18}"/>
          </ac:spMkLst>
        </pc:spChg>
        <pc:spChg chg="mod">
          <ac:chgData name="LE QUOC TUAN" userId="8beabeb0-f56a-42d5-b6c6-bebf0a14788c" providerId="ADAL" clId="{8737885A-D720-4453-8906-A3EB2BD4AFC9}" dt="2026-01-05T08:16:31.571" v="836" actId="34135"/>
          <ac:spMkLst>
            <pc:docMk/>
            <pc:sldMk cId="2733146945" sldId="256"/>
            <ac:spMk id="9" creationId="{D42FF851-19C8-CDCF-C8E7-813601086200}"/>
          </ac:spMkLst>
        </pc:spChg>
        <pc:spChg chg="mod">
          <ac:chgData name="LE QUOC TUAN" userId="8beabeb0-f56a-42d5-b6c6-bebf0a14788c" providerId="ADAL" clId="{8737885A-D720-4453-8906-A3EB2BD4AFC9}" dt="2026-01-05T08:16:31.571" v="836" actId="34135"/>
          <ac:spMkLst>
            <pc:docMk/>
            <pc:sldMk cId="2733146945" sldId="256"/>
            <ac:spMk id="10" creationId="{6A8843BD-6167-30C1-A62B-942872204518}"/>
          </ac:spMkLst>
        </pc:spChg>
        <pc:spChg chg="mod">
          <ac:chgData name="LE QUOC TUAN" userId="8beabeb0-f56a-42d5-b6c6-bebf0a14788c" providerId="ADAL" clId="{8737885A-D720-4453-8906-A3EB2BD4AFC9}" dt="2026-01-05T08:16:31.571" v="836" actId="34135"/>
          <ac:spMkLst>
            <pc:docMk/>
            <pc:sldMk cId="2733146945" sldId="256"/>
            <ac:spMk id="16" creationId="{D7EEAA17-55B2-1FE7-AF88-2BDD42790C24}"/>
          </ac:spMkLst>
        </pc:spChg>
        <pc:spChg chg="mod">
          <ac:chgData name="LE QUOC TUAN" userId="8beabeb0-f56a-42d5-b6c6-bebf0a14788c" providerId="ADAL" clId="{8737885A-D720-4453-8906-A3EB2BD4AFC9}" dt="2026-01-05T16:16:22.334" v="1213" actId="34135"/>
          <ac:spMkLst>
            <pc:docMk/>
            <pc:sldMk cId="2733146945" sldId="256"/>
            <ac:spMk id="18" creationId="{2E77EA91-C59A-2DA7-CB1F-83BFD988CE2A}"/>
          </ac:spMkLst>
        </pc:spChg>
        <pc:picChg chg="mod">
          <ac:chgData name="LE QUOC TUAN" userId="8beabeb0-f56a-42d5-b6c6-bebf0a14788c" providerId="ADAL" clId="{8737885A-D720-4453-8906-A3EB2BD4AFC9}" dt="2026-01-05T08:16:31.571" v="836" actId="34135"/>
          <ac:picMkLst>
            <pc:docMk/>
            <pc:sldMk cId="2733146945" sldId="256"/>
            <ac:picMk id="5" creationId="{AF2124F0-B8FE-5600-B967-BBFF9F1AF317}"/>
          </ac:picMkLst>
        </pc:picChg>
        <pc:cxnChg chg="mod">
          <ac:chgData name="LE QUOC TUAN" userId="8beabeb0-f56a-42d5-b6c6-bebf0a14788c" providerId="ADAL" clId="{8737885A-D720-4453-8906-A3EB2BD4AFC9}" dt="2026-01-05T08:16:31.571" v="836" actId="34135"/>
          <ac:cxnSpMkLst>
            <pc:docMk/>
            <pc:sldMk cId="2733146945" sldId="256"/>
            <ac:cxnSpMk id="13" creationId="{69B01819-2F75-4827-4F18-81575C3ADFE7}"/>
          </ac:cxnSpMkLst>
        </pc:cxnChg>
      </pc:sldChg>
      <pc:sldChg chg="addSp delSp modSp mod">
        <pc:chgData name="LE QUOC TUAN" userId="8beabeb0-f56a-42d5-b6c6-bebf0a14788c" providerId="ADAL" clId="{8737885A-D720-4453-8906-A3EB2BD4AFC9}" dt="2026-01-09T17:49:45.228" v="4481" actId="113"/>
        <pc:sldMkLst>
          <pc:docMk/>
          <pc:sldMk cId="3278021206" sldId="258"/>
        </pc:sldMkLst>
        <pc:spChg chg="add mod">
          <ac:chgData name="LE QUOC TUAN" userId="8beabeb0-f56a-42d5-b6c6-bebf0a14788c" providerId="ADAL" clId="{8737885A-D720-4453-8906-A3EB2BD4AFC9}" dt="2026-01-09T17:49:45.228" v="4481" actId="113"/>
          <ac:spMkLst>
            <pc:docMk/>
            <pc:sldMk cId="3278021206" sldId="258"/>
            <ac:spMk id="6" creationId="{8B58FE04-B82C-ADBE-0D04-02CB8B74CFE2}"/>
          </ac:spMkLst>
        </pc:spChg>
        <pc:spChg chg="add mod">
          <ac:chgData name="LE QUOC TUAN" userId="8beabeb0-f56a-42d5-b6c6-bebf0a14788c" providerId="ADAL" clId="{8737885A-D720-4453-8906-A3EB2BD4AFC9}" dt="2026-01-05T08:28:00.176" v="979" actId="1076"/>
          <ac:spMkLst>
            <pc:docMk/>
            <pc:sldMk cId="3278021206" sldId="258"/>
            <ac:spMk id="7" creationId="{B10F4193-2C85-4224-B18B-480EAC14B6F8}"/>
          </ac:spMkLst>
        </pc:spChg>
      </pc:sldChg>
      <pc:sldChg chg="addSp delSp modSp add mod">
        <pc:chgData name="LE QUOC TUAN" userId="8beabeb0-f56a-42d5-b6c6-bebf0a14788c" providerId="ADAL" clId="{8737885A-D720-4453-8906-A3EB2BD4AFC9}" dt="2026-01-09T17:50:19.767" v="4487" actId="208"/>
        <pc:sldMkLst>
          <pc:docMk/>
          <pc:sldMk cId="3602415183" sldId="260"/>
        </pc:sldMkLst>
        <pc:spChg chg="add mod">
          <ac:chgData name="LE QUOC TUAN" userId="8beabeb0-f56a-42d5-b6c6-bebf0a14788c" providerId="ADAL" clId="{8737885A-D720-4453-8906-A3EB2BD4AFC9}" dt="2026-01-09T17:50:07.169" v="4485" actId="207"/>
          <ac:spMkLst>
            <pc:docMk/>
            <pc:sldMk cId="3602415183" sldId="260"/>
            <ac:spMk id="5" creationId="{7112B249-D476-0314-EA77-2AC189387086}"/>
          </ac:spMkLst>
        </pc:spChg>
        <pc:spChg chg="add mod">
          <ac:chgData name="LE QUOC TUAN" userId="8beabeb0-f56a-42d5-b6c6-bebf0a14788c" providerId="ADAL" clId="{8737885A-D720-4453-8906-A3EB2BD4AFC9}" dt="2026-01-09T17:50:19.767" v="4487" actId="208"/>
          <ac:spMkLst>
            <pc:docMk/>
            <pc:sldMk cId="3602415183" sldId="260"/>
            <ac:spMk id="6" creationId="{6AFCA76A-7904-2278-2EBF-9D43F1AF7396}"/>
          </ac:spMkLst>
        </pc:spChg>
      </pc:sldChg>
      <pc:sldChg chg="addSp delSp modSp add mod ord">
        <pc:chgData name="LE QUOC TUAN" userId="8beabeb0-f56a-42d5-b6c6-bebf0a14788c" providerId="ADAL" clId="{8737885A-D720-4453-8906-A3EB2BD4AFC9}" dt="2026-01-09T17:50:35.568" v="4488" actId="207"/>
        <pc:sldMkLst>
          <pc:docMk/>
          <pc:sldMk cId="612598591" sldId="261"/>
        </pc:sldMkLst>
        <pc:spChg chg="mod">
          <ac:chgData name="LE QUOC TUAN" userId="8beabeb0-f56a-42d5-b6c6-bebf0a14788c" providerId="ADAL" clId="{8737885A-D720-4453-8906-A3EB2BD4AFC9}" dt="2026-01-05T08:15:57.078" v="833" actId="14100"/>
          <ac:spMkLst>
            <pc:docMk/>
            <pc:sldMk cId="612598591" sldId="261"/>
            <ac:spMk id="2" creationId="{7E5D8661-4144-8515-AB12-1E54D0DE3A35}"/>
          </ac:spMkLst>
        </pc:spChg>
        <pc:spChg chg="mod">
          <ac:chgData name="LE QUOC TUAN" userId="8beabeb0-f56a-42d5-b6c6-bebf0a14788c" providerId="ADAL" clId="{8737885A-D720-4453-8906-A3EB2BD4AFC9}" dt="2026-01-05T08:15:49.590" v="831" actId="14100"/>
          <ac:spMkLst>
            <pc:docMk/>
            <pc:sldMk cId="612598591" sldId="261"/>
            <ac:spMk id="3" creationId="{6BBC2B37-19AF-B302-6E91-7BED20140519}"/>
          </ac:spMkLst>
        </pc:spChg>
        <pc:spChg chg="add mod">
          <ac:chgData name="LE QUOC TUAN" userId="8beabeb0-f56a-42d5-b6c6-bebf0a14788c" providerId="ADAL" clId="{8737885A-D720-4453-8906-A3EB2BD4AFC9}" dt="2026-01-05T08:15:37.816" v="829" actId="1076"/>
          <ac:spMkLst>
            <pc:docMk/>
            <pc:sldMk cId="612598591" sldId="261"/>
            <ac:spMk id="5" creationId="{A5A13F0E-1E77-B367-BD1C-D6FEEB68913E}"/>
          </ac:spMkLst>
        </pc:spChg>
        <pc:spChg chg="add mod">
          <ac:chgData name="LE QUOC TUAN" userId="8beabeb0-f56a-42d5-b6c6-bebf0a14788c" providerId="ADAL" clId="{8737885A-D720-4453-8906-A3EB2BD4AFC9}" dt="2026-01-09T17:50:35.568" v="4488" actId="207"/>
          <ac:spMkLst>
            <pc:docMk/>
            <pc:sldMk cId="612598591" sldId="261"/>
            <ac:spMk id="6" creationId="{445A14C5-418A-6B3C-465F-3F2D39C1CB2F}"/>
          </ac:spMkLst>
        </pc:spChg>
      </pc:sldChg>
      <pc:sldChg chg="addSp delSp modSp add mod">
        <pc:chgData name="LE QUOC TUAN" userId="8beabeb0-f56a-42d5-b6c6-bebf0a14788c" providerId="ADAL" clId="{8737885A-D720-4453-8906-A3EB2BD4AFC9}" dt="2026-01-09T17:50:54.346" v="4492" actId="1076"/>
        <pc:sldMkLst>
          <pc:docMk/>
          <pc:sldMk cId="2626774376" sldId="262"/>
        </pc:sldMkLst>
        <pc:spChg chg="mod">
          <ac:chgData name="LE QUOC TUAN" userId="8beabeb0-f56a-42d5-b6c6-bebf0a14788c" providerId="ADAL" clId="{8737885A-D720-4453-8906-A3EB2BD4AFC9}" dt="2026-01-06T08:37:59.778" v="2421" actId="20577"/>
          <ac:spMkLst>
            <pc:docMk/>
            <pc:sldMk cId="2626774376" sldId="262"/>
            <ac:spMk id="4" creationId="{A4C9DC98-7391-F2A6-E9B9-EC4FA0AF5141}"/>
          </ac:spMkLst>
        </pc:spChg>
        <pc:spChg chg="add mod">
          <ac:chgData name="LE QUOC TUAN" userId="8beabeb0-f56a-42d5-b6c6-bebf0a14788c" providerId="ADAL" clId="{8737885A-D720-4453-8906-A3EB2BD4AFC9}" dt="2026-01-05T16:28:42.921" v="1391" actId="113"/>
          <ac:spMkLst>
            <pc:docMk/>
            <pc:sldMk cId="2626774376" sldId="262"/>
            <ac:spMk id="9" creationId="{ED30B769-8F7B-E1B0-60AA-594FD387E13A}"/>
          </ac:spMkLst>
        </pc:spChg>
        <pc:spChg chg="add mod">
          <ac:chgData name="LE QUOC TUAN" userId="8beabeb0-f56a-42d5-b6c6-bebf0a14788c" providerId="ADAL" clId="{8737885A-D720-4453-8906-A3EB2BD4AFC9}" dt="2026-01-05T16:37:36.874" v="1559" actId="1076"/>
          <ac:spMkLst>
            <pc:docMk/>
            <pc:sldMk cId="2626774376" sldId="262"/>
            <ac:spMk id="12" creationId="{9F6C5FA9-84B9-F48E-ABED-2C1DE24F8ED2}"/>
          </ac:spMkLst>
        </pc:spChg>
        <pc:spChg chg="add mod">
          <ac:chgData name="LE QUOC TUAN" userId="8beabeb0-f56a-42d5-b6c6-bebf0a14788c" providerId="ADAL" clId="{8737885A-D720-4453-8906-A3EB2BD4AFC9}" dt="2026-01-05T16:40:37.282" v="1700" actId="113"/>
          <ac:spMkLst>
            <pc:docMk/>
            <pc:sldMk cId="2626774376" sldId="262"/>
            <ac:spMk id="13" creationId="{DC97C93E-3740-9EA8-973E-3264B460BF57}"/>
          </ac:spMkLst>
        </pc:spChg>
        <pc:picChg chg="add mod modCrop">
          <ac:chgData name="LE QUOC TUAN" userId="8beabeb0-f56a-42d5-b6c6-bebf0a14788c" providerId="ADAL" clId="{8737885A-D720-4453-8906-A3EB2BD4AFC9}" dt="2026-01-05T16:28:45.246" v="1392" actId="1076"/>
          <ac:picMkLst>
            <pc:docMk/>
            <pc:sldMk cId="2626774376" sldId="262"/>
            <ac:picMk id="3" creationId="{D7C0F8C1-0FC0-33C8-A1B6-EBA44814B3C2}"/>
          </ac:picMkLst>
        </pc:picChg>
        <pc:cxnChg chg="add mod">
          <ac:chgData name="LE QUOC TUAN" userId="8beabeb0-f56a-42d5-b6c6-bebf0a14788c" providerId="ADAL" clId="{8737885A-D720-4453-8906-A3EB2BD4AFC9}" dt="2026-01-09T17:50:54.346" v="4492" actId="1076"/>
          <ac:cxnSpMkLst>
            <pc:docMk/>
            <pc:sldMk cId="2626774376" sldId="262"/>
            <ac:cxnSpMk id="2" creationId="{97BA9F03-7A76-DFB0-CB9D-AD551FF8DE11}"/>
          </ac:cxnSpMkLst>
        </pc:cxnChg>
        <pc:cxnChg chg="add mod">
          <ac:chgData name="LE QUOC TUAN" userId="8beabeb0-f56a-42d5-b6c6-bebf0a14788c" providerId="ADAL" clId="{8737885A-D720-4453-8906-A3EB2BD4AFC9}" dt="2026-01-09T17:50:48.140" v="4489" actId="1076"/>
          <ac:cxnSpMkLst>
            <pc:docMk/>
            <pc:sldMk cId="2626774376" sldId="262"/>
            <ac:cxnSpMk id="11" creationId="{8E3D00D7-A5DD-5D4D-8BFC-4B487D6895B7}"/>
          </ac:cxnSpMkLst>
        </pc:cxnChg>
      </pc:sldChg>
      <pc:sldChg chg="addSp modSp add mod ord">
        <pc:chgData name="LE QUOC TUAN" userId="8beabeb0-f56a-42d5-b6c6-bebf0a14788c" providerId="ADAL" clId="{8737885A-D720-4453-8906-A3EB2BD4AFC9}" dt="2026-01-09T17:51:50.694" v="4498" actId="207"/>
        <pc:sldMkLst>
          <pc:docMk/>
          <pc:sldMk cId="3123282447" sldId="265"/>
        </pc:sldMkLst>
        <pc:spChg chg="add mod">
          <ac:chgData name="LE QUOC TUAN" userId="8beabeb0-f56a-42d5-b6c6-bebf0a14788c" providerId="ADAL" clId="{8737885A-D720-4453-8906-A3EB2BD4AFC9}" dt="2026-01-05T16:47:28.654" v="1901" actId="1076"/>
          <ac:spMkLst>
            <pc:docMk/>
            <pc:sldMk cId="3123282447" sldId="265"/>
            <ac:spMk id="2" creationId="{0A33A7C0-A280-0565-FBCB-66031B969651}"/>
          </ac:spMkLst>
        </pc:spChg>
        <pc:spChg chg="mod">
          <ac:chgData name="LE QUOC TUAN" userId="8beabeb0-f56a-42d5-b6c6-bebf0a14788c" providerId="ADAL" clId="{8737885A-D720-4453-8906-A3EB2BD4AFC9}" dt="2026-01-06T08:38:07.731" v="2454" actId="20577"/>
          <ac:spMkLst>
            <pc:docMk/>
            <pc:sldMk cId="3123282447" sldId="265"/>
            <ac:spMk id="4" creationId="{A956F304-AFD3-76D2-5801-A7682AEAC310}"/>
          </ac:spMkLst>
        </pc:spChg>
        <pc:spChg chg="mod">
          <ac:chgData name="LE QUOC TUAN" userId="8beabeb0-f56a-42d5-b6c6-bebf0a14788c" providerId="ADAL" clId="{8737885A-D720-4453-8906-A3EB2BD4AFC9}" dt="2026-01-09T17:51:39.503" v="4496" actId="207"/>
          <ac:spMkLst>
            <pc:docMk/>
            <pc:sldMk cId="3123282447" sldId="265"/>
            <ac:spMk id="7" creationId="{C64752A1-FBB7-F340-D906-873BFC20D87F}"/>
          </ac:spMkLst>
        </pc:spChg>
        <pc:spChg chg="mod">
          <ac:chgData name="LE QUOC TUAN" userId="8beabeb0-f56a-42d5-b6c6-bebf0a14788c" providerId="ADAL" clId="{8737885A-D720-4453-8906-A3EB2BD4AFC9}" dt="2026-01-09T17:51:44.569" v="4497" actId="207"/>
          <ac:spMkLst>
            <pc:docMk/>
            <pc:sldMk cId="3123282447" sldId="265"/>
            <ac:spMk id="8" creationId="{861E4E2E-C18D-EAD7-CC66-C5D772E1E4A1}"/>
          </ac:spMkLst>
        </pc:spChg>
        <pc:spChg chg="mod">
          <ac:chgData name="LE QUOC TUAN" userId="8beabeb0-f56a-42d5-b6c6-bebf0a14788c" providerId="ADAL" clId="{8737885A-D720-4453-8906-A3EB2BD4AFC9}" dt="2026-01-09T17:51:50.694" v="4498" actId="207"/>
          <ac:spMkLst>
            <pc:docMk/>
            <pc:sldMk cId="3123282447" sldId="265"/>
            <ac:spMk id="10" creationId="{91959470-7DD4-032E-62DB-4D9CA5EA9E0C}"/>
          </ac:spMkLst>
        </pc:spChg>
        <pc:cxnChg chg="mod">
          <ac:chgData name="LE QUOC TUAN" userId="8beabeb0-f56a-42d5-b6c6-bebf0a14788c" providerId="ADAL" clId="{8737885A-D720-4453-8906-A3EB2BD4AFC9}" dt="2026-01-05T16:47:21.320" v="1899" actId="1076"/>
          <ac:cxnSpMkLst>
            <pc:docMk/>
            <pc:sldMk cId="3123282447" sldId="265"/>
            <ac:cxnSpMk id="11" creationId="{03AF6143-6725-3C20-5A03-D48D89BDB486}"/>
          </ac:cxnSpMkLst>
        </pc:cxnChg>
      </pc:sldChg>
      <pc:sldChg chg="addSp delSp modSp add del mod ord">
        <pc:chgData name="LE QUOC TUAN" userId="8beabeb0-f56a-42d5-b6c6-bebf0a14788c" providerId="ADAL" clId="{8737885A-D720-4453-8906-A3EB2BD4AFC9}" dt="2026-01-06T08:38:33.558" v="2541" actId="20577"/>
        <pc:sldMkLst>
          <pc:docMk/>
          <pc:sldMk cId="152367780" sldId="266"/>
        </pc:sldMkLst>
        <pc:spChg chg="mod">
          <ac:chgData name="LE QUOC TUAN" userId="8beabeb0-f56a-42d5-b6c6-bebf0a14788c" providerId="ADAL" clId="{8737885A-D720-4453-8906-A3EB2BD4AFC9}" dt="2026-01-05T16:57:46.893" v="1914" actId="14100"/>
          <ac:spMkLst>
            <pc:docMk/>
            <pc:sldMk cId="152367780" sldId="266"/>
            <ac:spMk id="2" creationId="{0F222F17-1862-DA59-5D8B-C6D488B19480}"/>
          </ac:spMkLst>
        </pc:spChg>
        <pc:spChg chg="mod">
          <ac:chgData name="LE QUOC TUAN" userId="8beabeb0-f56a-42d5-b6c6-bebf0a14788c" providerId="ADAL" clId="{8737885A-D720-4453-8906-A3EB2BD4AFC9}" dt="2026-01-06T08:38:33.558" v="2541" actId="20577"/>
          <ac:spMkLst>
            <pc:docMk/>
            <pc:sldMk cId="152367780" sldId="266"/>
            <ac:spMk id="4" creationId="{CF40F72A-0F80-C316-8F28-2F276EED1669}"/>
          </ac:spMkLst>
        </pc:spChg>
        <pc:spChg chg="mod">
          <ac:chgData name="LE QUOC TUAN" userId="8beabeb0-f56a-42d5-b6c6-bebf0a14788c" providerId="ADAL" clId="{8737885A-D720-4453-8906-A3EB2BD4AFC9}" dt="2026-01-05T16:59:25.563" v="1926"/>
          <ac:spMkLst>
            <pc:docMk/>
            <pc:sldMk cId="152367780" sldId="266"/>
            <ac:spMk id="7" creationId="{FEB056E5-B5CF-F015-7D23-2537C4E31D5D}"/>
          </ac:spMkLst>
        </pc:spChg>
        <pc:spChg chg="mod">
          <ac:chgData name="LE QUOC TUAN" userId="8beabeb0-f56a-42d5-b6c6-bebf0a14788c" providerId="ADAL" clId="{8737885A-D720-4453-8906-A3EB2BD4AFC9}" dt="2026-01-05T16:59:52.982" v="1929"/>
          <ac:spMkLst>
            <pc:docMk/>
            <pc:sldMk cId="152367780" sldId="266"/>
            <ac:spMk id="8" creationId="{995C39DB-13E5-2216-D579-1D184EE671B0}"/>
          </ac:spMkLst>
        </pc:spChg>
        <pc:spChg chg="mod">
          <ac:chgData name="LE QUOC TUAN" userId="8beabeb0-f56a-42d5-b6c6-bebf0a14788c" providerId="ADAL" clId="{8737885A-D720-4453-8906-A3EB2BD4AFC9}" dt="2026-01-05T17:00:13.795" v="1932"/>
          <ac:spMkLst>
            <pc:docMk/>
            <pc:sldMk cId="152367780" sldId="266"/>
            <ac:spMk id="10" creationId="{2EFED646-ACA5-4AA5-5FB4-BD83EFC6BE8A}"/>
          </ac:spMkLst>
        </pc:spChg>
      </pc:sldChg>
      <pc:sldChg chg="addSp delSp modSp add mod">
        <pc:chgData name="LE QUOC TUAN" userId="8beabeb0-f56a-42d5-b6c6-bebf0a14788c" providerId="ADAL" clId="{8737885A-D720-4453-8906-A3EB2BD4AFC9}" dt="2026-01-06T08:38:42.362" v="2576" actId="20577"/>
        <pc:sldMkLst>
          <pc:docMk/>
          <pc:sldMk cId="948603547" sldId="267"/>
        </pc:sldMkLst>
        <pc:spChg chg="mod">
          <ac:chgData name="LE QUOC TUAN" userId="8beabeb0-f56a-42d5-b6c6-bebf0a14788c" providerId="ADAL" clId="{8737885A-D720-4453-8906-A3EB2BD4AFC9}" dt="2026-01-06T08:38:42.362" v="2576" actId="20577"/>
          <ac:spMkLst>
            <pc:docMk/>
            <pc:sldMk cId="948603547" sldId="267"/>
            <ac:spMk id="4" creationId="{B568BF79-F213-4E95-933C-8346BF4B9C30}"/>
          </ac:spMkLst>
        </pc:spChg>
        <pc:picChg chg="add mod">
          <ac:chgData name="LE QUOC TUAN" userId="8beabeb0-f56a-42d5-b6c6-bebf0a14788c" providerId="ADAL" clId="{8737885A-D720-4453-8906-A3EB2BD4AFC9}" dt="2026-01-05T17:01:34.447" v="1950" actId="1076"/>
          <ac:picMkLst>
            <pc:docMk/>
            <pc:sldMk cId="948603547" sldId="267"/>
            <ac:picMk id="3" creationId="{7F0CA49D-E8E1-2E1E-B913-BB8BAD2DA8A2}"/>
          </ac:picMkLst>
        </pc:picChg>
      </pc:sldChg>
      <pc:sldChg chg="addSp delSp modSp add mod">
        <pc:chgData name="LE QUOC TUAN" userId="8beabeb0-f56a-42d5-b6c6-bebf0a14788c" providerId="ADAL" clId="{8737885A-D720-4453-8906-A3EB2BD4AFC9}" dt="2026-01-06T08:38:15.448" v="2485" actId="20577"/>
        <pc:sldMkLst>
          <pc:docMk/>
          <pc:sldMk cId="2096622105" sldId="268"/>
        </pc:sldMkLst>
        <pc:spChg chg="mod">
          <ac:chgData name="LE QUOC TUAN" userId="8beabeb0-f56a-42d5-b6c6-bebf0a14788c" providerId="ADAL" clId="{8737885A-D720-4453-8906-A3EB2BD4AFC9}" dt="2026-01-06T08:38:15.448" v="2485" actId="20577"/>
          <ac:spMkLst>
            <pc:docMk/>
            <pc:sldMk cId="2096622105" sldId="268"/>
            <ac:spMk id="4" creationId="{84A24408-5897-26FB-56C2-D080548657F0}"/>
          </ac:spMkLst>
        </pc:spChg>
        <pc:picChg chg="add mod">
          <ac:chgData name="LE QUOC TUAN" userId="8beabeb0-f56a-42d5-b6c6-bebf0a14788c" providerId="ADAL" clId="{8737885A-D720-4453-8906-A3EB2BD4AFC9}" dt="2026-01-05T17:01:14.689" v="1943" actId="1076"/>
          <ac:picMkLst>
            <pc:docMk/>
            <pc:sldMk cId="2096622105" sldId="268"/>
            <ac:picMk id="3" creationId="{4DE9AADE-97F4-7E1D-16B5-37DC3029A5A9}"/>
          </ac:picMkLst>
        </pc:picChg>
      </pc:sldChg>
      <pc:sldChg chg="modSp add mod ord">
        <pc:chgData name="LE QUOC TUAN" userId="8beabeb0-f56a-42d5-b6c6-bebf0a14788c" providerId="ADAL" clId="{8737885A-D720-4453-8906-A3EB2BD4AFC9}" dt="2026-01-09T17:52:06.459" v="4500" actId="113"/>
        <pc:sldMkLst>
          <pc:docMk/>
          <pc:sldMk cId="2154389754" sldId="269"/>
        </pc:sldMkLst>
        <pc:spChg chg="mod">
          <ac:chgData name="LE QUOC TUAN" userId="8beabeb0-f56a-42d5-b6c6-bebf0a14788c" providerId="ADAL" clId="{8737885A-D720-4453-8906-A3EB2BD4AFC9}" dt="2026-01-05T17:12:36.116" v="1959" actId="113"/>
          <ac:spMkLst>
            <pc:docMk/>
            <pc:sldMk cId="2154389754" sldId="269"/>
            <ac:spMk id="2" creationId="{3A5A424E-D946-3625-5399-86A0660AA229}"/>
          </ac:spMkLst>
        </pc:spChg>
        <pc:spChg chg="mod">
          <ac:chgData name="LE QUOC TUAN" userId="8beabeb0-f56a-42d5-b6c6-bebf0a14788c" providerId="ADAL" clId="{8737885A-D720-4453-8906-A3EB2BD4AFC9}" dt="2026-01-06T08:38:51.797" v="2611" actId="20577"/>
          <ac:spMkLst>
            <pc:docMk/>
            <pc:sldMk cId="2154389754" sldId="269"/>
            <ac:spMk id="4" creationId="{FDA07647-571F-430A-B8DE-4CAF21CCA0F0}"/>
          </ac:spMkLst>
        </pc:spChg>
        <pc:spChg chg="mod">
          <ac:chgData name="LE QUOC TUAN" userId="8beabeb0-f56a-42d5-b6c6-bebf0a14788c" providerId="ADAL" clId="{8737885A-D720-4453-8906-A3EB2BD4AFC9}" dt="2026-01-09T17:52:06.459" v="4500" actId="113"/>
          <ac:spMkLst>
            <pc:docMk/>
            <pc:sldMk cId="2154389754" sldId="269"/>
            <ac:spMk id="7" creationId="{16406AFA-7968-CEC6-E4CD-A8601865FD46}"/>
          </ac:spMkLst>
        </pc:spChg>
        <pc:spChg chg="mod">
          <ac:chgData name="LE QUOC TUAN" userId="8beabeb0-f56a-42d5-b6c6-bebf0a14788c" providerId="ADAL" clId="{8737885A-D720-4453-8906-A3EB2BD4AFC9}" dt="2026-01-05T17:13:13.987" v="1965"/>
          <ac:spMkLst>
            <pc:docMk/>
            <pc:sldMk cId="2154389754" sldId="269"/>
            <ac:spMk id="8" creationId="{29E700BA-E38D-26AB-594F-8F0D45ADD363}"/>
          </ac:spMkLst>
        </pc:spChg>
        <pc:spChg chg="mod">
          <ac:chgData name="LE QUOC TUAN" userId="8beabeb0-f56a-42d5-b6c6-bebf0a14788c" providerId="ADAL" clId="{8737885A-D720-4453-8906-A3EB2BD4AFC9}" dt="2026-01-06T01:48:45.597" v="2039" actId="20577"/>
          <ac:spMkLst>
            <pc:docMk/>
            <pc:sldMk cId="2154389754" sldId="269"/>
            <ac:spMk id="10" creationId="{D92BF3F6-C216-4A45-6B4E-6C8D6DDF71CB}"/>
          </ac:spMkLst>
        </pc:spChg>
      </pc:sldChg>
      <pc:sldChg chg="new">
        <pc:chgData name="LE QUOC TUAN" userId="8beabeb0-f56a-42d5-b6c6-bebf0a14788c" providerId="ADAL" clId="{8737885A-D720-4453-8906-A3EB2BD4AFC9}" dt="2026-01-06T01:48:50.457" v="2040" actId="680"/>
        <pc:sldMkLst>
          <pc:docMk/>
          <pc:sldMk cId="2748763123" sldId="270"/>
        </pc:sldMkLst>
      </pc:sldChg>
      <pc:sldChg chg="addSp delSp modSp add mod">
        <pc:chgData name="LE QUOC TUAN" userId="8beabeb0-f56a-42d5-b6c6-bebf0a14788c" providerId="ADAL" clId="{8737885A-D720-4453-8906-A3EB2BD4AFC9}" dt="2026-01-09T18:00:31.945" v="4684" actId="207"/>
        <pc:sldMkLst>
          <pc:docMk/>
          <pc:sldMk cId="392171994" sldId="271"/>
        </pc:sldMkLst>
        <pc:spChg chg="mod">
          <ac:chgData name="LE QUOC TUAN" userId="8beabeb0-f56a-42d5-b6c6-bebf0a14788c" providerId="ADAL" clId="{8737885A-D720-4453-8906-A3EB2BD4AFC9}" dt="2026-01-06T01:52:01.020" v="2068" actId="1076"/>
          <ac:spMkLst>
            <pc:docMk/>
            <pc:sldMk cId="392171994" sldId="271"/>
            <ac:spMk id="2" creationId="{08A5C235-BA72-0CBD-6FCA-3539229F20F9}"/>
          </ac:spMkLst>
        </pc:spChg>
        <pc:spChg chg="add mod">
          <ac:chgData name="LE QUOC TUAN" userId="8beabeb0-f56a-42d5-b6c6-bebf0a14788c" providerId="ADAL" clId="{8737885A-D720-4453-8906-A3EB2BD4AFC9}" dt="2026-01-09T17:53:14.665" v="4502" actId="113"/>
          <ac:spMkLst>
            <pc:docMk/>
            <pc:sldMk cId="392171994" sldId="271"/>
            <ac:spMk id="3" creationId="{77997FCD-319D-1918-EB12-F4740D518A4B}"/>
          </ac:spMkLst>
        </pc:spChg>
        <pc:spChg chg="mod">
          <ac:chgData name="LE QUOC TUAN" userId="8beabeb0-f56a-42d5-b6c6-bebf0a14788c" providerId="ADAL" clId="{8737885A-D720-4453-8906-A3EB2BD4AFC9}" dt="2026-01-06T08:39:03.431" v="2646" actId="20577"/>
          <ac:spMkLst>
            <pc:docMk/>
            <pc:sldMk cId="392171994" sldId="271"/>
            <ac:spMk id="4" creationId="{9FA39CE2-E42E-28CF-A453-613F62B843F1}"/>
          </ac:spMkLst>
        </pc:spChg>
        <pc:spChg chg="add mod">
          <ac:chgData name="LE QUOC TUAN" userId="8beabeb0-f56a-42d5-b6c6-bebf0a14788c" providerId="ADAL" clId="{8737885A-D720-4453-8906-A3EB2BD4AFC9}" dt="2026-01-06T08:40:02.497" v="2761" actId="20577"/>
          <ac:spMkLst>
            <pc:docMk/>
            <pc:sldMk cId="392171994" sldId="271"/>
            <ac:spMk id="5" creationId="{DF917336-9EB8-D4EC-5D1B-C54F95C5DF8F}"/>
          </ac:spMkLst>
        </pc:spChg>
        <pc:spChg chg="mod">
          <ac:chgData name="LE QUOC TUAN" userId="8beabeb0-f56a-42d5-b6c6-bebf0a14788c" providerId="ADAL" clId="{8737885A-D720-4453-8906-A3EB2BD4AFC9}" dt="2026-01-09T18:00:31.945" v="4684" actId="207"/>
          <ac:spMkLst>
            <pc:docMk/>
            <pc:sldMk cId="392171994" sldId="271"/>
            <ac:spMk id="6" creationId="{1FE6A1FC-EC75-B219-EEEE-D408858F4344}"/>
          </ac:spMkLst>
        </pc:spChg>
        <pc:picChg chg="add mod">
          <ac:chgData name="LE QUOC TUAN" userId="8beabeb0-f56a-42d5-b6c6-bebf0a14788c" providerId="ADAL" clId="{8737885A-D720-4453-8906-A3EB2BD4AFC9}" dt="2026-01-06T01:51:48.628" v="2063" actId="1076"/>
          <ac:picMkLst>
            <pc:docMk/>
            <pc:sldMk cId="392171994" sldId="271"/>
            <ac:picMk id="1026" creationId="{2EC276A8-F595-29B9-37EE-4AFF147903D6}"/>
          </ac:picMkLst>
        </pc:picChg>
        <pc:cxnChg chg="mod">
          <ac:chgData name="LE QUOC TUAN" userId="8beabeb0-f56a-42d5-b6c6-bebf0a14788c" providerId="ADAL" clId="{8737885A-D720-4453-8906-A3EB2BD4AFC9}" dt="2026-01-06T01:52:04.805" v="2069" actId="1076"/>
          <ac:cxnSpMkLst>
            <pc:docMk/>
            <pc:sldMk cId="392171994" sldId="271"/>
            <ac:cxnSpMk id="11" creationId="{CE793B0C-1144-A25F-63C6-3F3CF6C72C9A}"/>
          </ac:cxnSpMkLst>
        </pc:cxnChg>
      </pc:sldChg>
      <pc:sldChg chg="addSp delSp modSp new mod">
        <pc:chgData name="LE QUOC TUAN" userId="8beabeb0-f56a-42d5-b6c6-bebf0a14788c" providerId="ADAL" clId="{8737885A-D720-4453-8906-A3EB2BD4AFC9}" dt="2026-01-09T17:59:42.751" v="4683" actId="1076"/>
        <pc:sldMkLst>
          <pc:docMk/>
          <pc:sldMk cId="1175046186" sldId="272"/>
        </pc:sldMkLst>
        <pc:spChg chg="add mod">
          <ac:chgData name="LE QUOC TUAN" userId="8beabeb0-f56a-42d5-b6c6-bebf0a14788c" providerId="ADAL" clId="{8737885A-D720-4453-8906-A3EB2BD4AFC9}" dt="2026-01-09T17:59:42.751" v="4683" actId="1076"/>
          <ac:spMkLst>
            <pc:docMk/>
            <pc:sldMk cId="1175046186" sldId="272"/>
            <ac:spMk id="3" creationId="{84C3CA5D-3908-9279-105E-166CFE403023}"/>
          </ac:spMkLst>
        </pc:spChg>
      </pc:sldChg>
      <pc:sldChg chg="addSp delSp modSp add mod">
        <pc:chgData name="LE QUOC TUAN" userId="8beabeb0-f56a-42d5-b6c6-bebf0a14788c" providerId="ADAL" clId="{8737885A-D720-4453-8906-A3EB2BD4AFC9}" dt="2026-01-06T08:39:23.242" v="2681" actId="20577"/>
        <pc:sldMkLst>
          <pc:docMk/>
          <pc:sldMk cId="1335801959" sldId="273"/>
        </pc:sldMkLst>
        <pc:spChg chg="mod">
          <ac:chgData name="LE QUOC TUAN" userId="8beabeb0-f56a-42d5-b6c6-bebf0a14788c" providerId="ADAL" clId="{8737885A-D720-4453-8906-A3EB2BD4AFC9}" dt="2026-01-06T02:06:30.448" v="2219" actId="1076"/>
          <ac:spMkLst>
            <pc:docMk/>
            <pc:sldMk cId="1335801959" sldId="273"/>
            <ac:spMk id="2" creationId="{F76DB845-FB7F-6DEB-7BF9-27308FB181B8}"/>
          </ac:spMkLst>
        </pc:spChg>
        <pc:spChg chg="mod">
          <ac:chgData name="LE QUOC TUAN" userId="8beabeb0-f56a-42d5-b6c6-bebf0a14788c" providerId="ADAL" clId="{8737885A-D720-4453-8906-A3EB2BD4AFC9}" dt="2026-01-06T02:05:51.965" v="2214" actId="1076"/>
          <ac:spMkLst>
            <pc:docMk/>
            <pc:sldMk cId="1335801959" sldId="273"/>
            <ac:spMk id="3" creationId="{4AC9F967-1D09-B6BE-8B55-DC4313545EF2}"/>
          </ac:spMkLst>
        </pc:spChg>
        <pc:spChg chg="mod">
          <ac:chgData name="LE QUOC TUAN" userId="8beabeb0-f56a-42d5-b6c6-bebf0a14788c" providerId="ADAL" clId="{8737885A-D720-4453-8906-A3EB2BD4AFC9}" dt="2026-01-06T08:39:23.242" v="2681" actId="20577"/>
          <ac:spMkLst>
            <pc:docMk/>
            <pc:sldMk cId="1335801959" sldId="273"/>
            <ac:spMk id="4" creationId="{8EC512A5-960D-758B-127D-CD5A52A8A0F5}"/>
          </ac:spMkLst>
        </pc:spChg>
        <pc:spChg chg="mod">
          <ac:chgData name="LE QUOC TUAN" userId="8beabeb0-f56a-42d5-b6c6-bebf0a14788c" providerId="ADAL" clId="{8737885A-D720-4453-8906-A3EB2BD4AFC9}" dt="2026-01-06T02:12:44.177" v="2325" actId="14100"/>
          <ac:spMkLst>
            <pc:docMk/>
            <pc:sldMk cId="1335801959" sldId="273"/>
            <ac:spMk id="5" creationId="{91DF4A82-C027-368E-3FEB-DD3A9696F1E6}"/>
          </ac:spMkLst>
        </pc:spChg>
        <pc:spChg chg="add mod">
          <ac:chgData name="LE QUOC TUAN" userId="8beabeb0-f56a-42d5-b6c6-bebf0a14788c" providerId="ADAL" clId="{8737885A-D720-4453-8906-A3EB2BD4AFC9}" dt="2026-01-06T02:07:28.160" v="2305" actId="1076"/>
          <ac:spMkLst>
            <pc:docMk/>
            <pc:sldMk cId="1335801959" sldId="273"/>
            <ac:spMk id="8" creationId="{03BE25B2-49EC-17EE-FACC-0E49304AB55F}"/>
          </ac:spMkLst>
        </pc:spChg>
        <pc:picChg chg="add mod">
          <ac:chgData name="LE QUOC TUAN" userId="8beabeb0-f56a-42d5-b6c6-bebf0a14788c" providerId="ADAL" clId="{8737885A-D720-4453-8906-A3EB2BD4AFC9}" dt="2026-01-06T02:00:37.797" v="2171" actId="1076"/>
          <ac:picMkLst>
            <pc:docMk/>
            <pc:sldMk cId="1335801959" sldId="273"/>
            <ac:picMk id="2050" creationId="{454061D8-5ACB-83B6-2FF0-EF9CDA515791}"/>
          </ac:picMkLst>
        </pc:picChg>
        <pc:picChg chg="add mod">
          <ac:chgData name="LE QUOC TUAN" userId="8beabeb0-f56a-42d5-b6c6-bebf0a14788c" providerId="ADAL" clId="{8737885A-D720-4453-8906-A3EB2BD4AFC9}" dt="2026-01-06T02:12:45.868" v="2326" actId="1076"/>
          <ac:picMkLst>
            <pc:docMk/>
            <pc:sldMk cId="1335801959" sldId="273"/>
            <ac:picMk id="2052" creationId="{33E74795-2E96-1103-57CA-16A0F081269B}"/>
          </ac:picMkLst>
        </pc:picChg>
        <pc:cxnChg chg="add mod">
          <ac:chgData name="LE QUOC TUAN" userId="8beabeb0-f56a-42d5-b6c6-bebf0a14788c" providerId="ADAL" clId="{8737885A-D720-4453-8906-A3EB2BD4AFC9}" dt="2026-01-06T02:06:57.179" v="2226" actId="1076"/>
          <ac:cxnSpMkLst>
            <pc:docMk/>
            <pc:sldMk cId="1335801959" sldId="273"/>
            <ac:cxnSpMk id="7" creationId="{FD27C07C-937B-BD42-7251-98FDB2534355}"/>
          </ac:cxnSpMkLst>
        </pc:cxnChg>
        <pc:cxnChg chg="mod">
          <ac:chgData name="LE QUOC TUAN" userId="8beabeb0-f56a-42d5-b6c6-bebf0a14788c" providerId="ADAL" clId="{8737885A-D720-4453-8906-A3EB2BD4AFC9}" dt="2026-01-06T02:06:33.629" v="2220" actId="1076"/>
          <ac:cxnSpMkLst>
            <pc:docMk/>
            <pc:sldMk cId="1335801959" sldId="273"/>
            <ac:cxnSpMk id="11" creationId="{61046298-A376-1F1C-8BD9-9401511D6963}"/>
          </ac:cxnSpMkLst>
        </pc:cxnChg>
      </pc:sldChg>
      <pc:sldChg chg="addSp delSp modSp add mod">
        <pc:chgData name="LE QUOC TUAN" userId="8beabeb0-f56a-42d5-b6c6-bebf0a14788c" providerId="ADAL" clId="{8737885A-D720-4453-8906-A3EB2BD4AFC9}" dt="2026-01-06T08:39:33.004" v="2714" actId="20577"/>
        <pc:sldMkLst>
          <pc:docMk/>
          <pc:sldMk cId="2110597529" sldId="274"/>
        </pc:sldMkLst>
        <pc:spChg chg="mod">
          <ac:chgData name="LE QUOC TUAN" userId="8beabeb0-f56a-42d5-b6c6-bebf0a14788c" providerId="ADAL" clId="{8737885A-D720-4453-8906-A3EB2BD4AFC9}" dt="2026-01-06T02:19:28.705" v="2351" actId="1076"/>
          <ac:spMkLst>
            <pc:docMk/>
            <pc:sldMk cId="2110597529" sldId="274"/>
            <ac:spMk id="2" creationId="{A59C3C9F-BC97-DD2D-1258-C76FB8ACB2C9}"/>
          </ac:spMkLst>
        </pc:spChg>
        <pc:spChg chg="mod">
          <ac:chgData name="LE QUOC TUAN" userId="8beabeb0-f56a-42d5-b6c6-bebf0a14788c" providerId="ADAL" clId="{8737885A-D720-4453-8906-A3EB2BD4AFC9}" dt="2026-01-06T08:39:33.004" v="2714" actId="20577"/>
          <ac:spMkLst>
            <pc:docMk/>
            <pc:sldMk cId="2110597529" sldId="274"/>
            <ac:spMk id="4" creationId="{DF208F04-03CF-679C-1F7D-E8E277F7BFD2}"/>
          </ac:spMkLst>
        </pc:spChg>
        <pc:spChg chg="add mod">
          <ac:chgData name="LE QUOC TUAN" userId="8beabeb0-f56a-42d5-b6c6-bebf0a14788c" providerId="ADAL" clId="{8737885A-D720-4453-8906-A3EB2BD4AFC9}" dt="2026-01-06T02:19:35.014" v="2353" actId="1076"/>
          <ac:spMkLst>
            <pc:docMk/>
            <pc:sldMk cId="2110597529" sldId="274"/>
            <ac:spMk id="6" creationId="{961AD073-7646-C32F-0108-69C08C7CA968}"/>
          </ac:spMkLst>
        </pc:spChg>
        <pc:spChg chg="add mod">
          <ac:chgData name="LE QUOC TUAN" userId="8beabeb0-f56a-42d5-b6c6-bebf0a14788c" providerId="ADAL" clId="{8737885A-D720-4453-8906-A3EB2BD4AFC9}" dt="2026-01-06T08:28:07.886" v="2359" actId="14100"/>
          <ac:spMkLst>
            <pc:docMk/>
            <pc:sldMk cId="2110597529" sldId="274"/>
            <ac:spMk id="12" creationId="{F9BC53BC-B9EF-73D8-3A2E-767925D7BD77}"/>
          </ac:spMkLst>
        </pc:spChg>
        <pc:spChg chg="add mod">
          <ac:chgData name="LE QUOC TUAN" userId="8beabeb0-f56a-42d5-b6c6-bebf0a14788c" providerId="ADAL" clId="{8737885A-D720-4453-8906-A3EB2BD4AFC9}" dt="2026-01-06T02:19:45.408" v="2356" actId="1076"/>
          <ac:spMkLst>
            <pc:docMk/>
            <pc:sldMk cId="2110597529" sldId="274"/>
            <ac:spMk id="13" creationId="{47D71E17-3C83-CD0D-BF35-614B4352C5DC}"/>
          </ac:spMkLst>
        </pc:spChg>
        <pc:picChg chg="add mod">
          <ac:chgData name="LE QUOC TUAN" userId="8beabeb0-f56a-42d5-b6c6-bebf0a14788c" providerId="ADAL" clId="{8737885A-D720-4453-8906-A3EB2BD4AFC9}" dt="2026-01-06T02:19:50.797" v="2357" actId="1076"/>
          <ac:picMkLst>
            <pc:docMk/>
            <pc:sldMk cId="2110597529" sldId="274"/>
            <ac:picMk id="9" creationId="{013557E0-3C98-14F4-4885-F1F89F65554E}"/>
          </ac:picMkLst>
        </pc:picChg>
        <pc:cxnChg chg="add mod">
          <ac:chgData name="LE QUOC TUAN" userId="8beabeb0-f56a-42d5-b6c6-bebf0a14788c" providerId="ADAL" clId="{8737885A-D720-4453-8906-A3EB2BD4AFC9}" dt="2026-01-06T02:19:42.774" v="2355" actId="1076"/>
          <ac:cxnSpMkLst>
            <pc:docMk/>
            <pc:sldMk cId="2110597529" sldId="274"/>
            <ac:cxnSpMk id="10" creationId="{AD695EA7-140A-6F04-4740-6CFF9AA23C19}"/>
          </ac:cxnSpMkLst>
        </pc:cxnChg>
        <pc:cxnChg chg="mod">
          <ac:chgData name="LE QUOC TUAN" userId="8beabeb0-f56a-42d5-b6c6-bebf0a14788c" providerId="ADAL" clId="{8737885A-D720-4453-8906-A3EB2BD4AFC9}" dt="2026-01-06T02:19:30.783" v="2352" actId="1076"/>
          <ac:cxnSpMkLst>
            <pc:docMk/>
            <pc:sldMk cId="2110597529" sldId="274"/>
            <ac:cxnSpMk id="11" creationId="{D91F4D6B-CC3E-517E-84EF-D32C6AA1B69E}"/>
          </ac:cxnSpMkLst>
        </pc:cxnChg>
      </pc:sldChg>
      <pc:sldChg chg="addSp delSp modSp add mod">
        <pc:chgData name="LE QUOC TUAN" userId="8beabeb0-f56a-42d5-b6c6-bebf0a14788c" providerId="ADAL" clId="{8737885A-D720-4453-8906-A3EB2BD4AFC9}" dt="2026-01-06T15:47:23.457" v="3219" actId="1076"/>
        <pc:sldMkLst>
          <pc:docMk/>
          <pc:sldMk cId="3078848559" sldId="275"/>
        </pc:sldMkLst>
        <pc:spChg chg="mod">
          <ac:chgData name="LE QUOC TUAN" userId="8beabeb0-f56a-42d5-b6c6-bebf0a14788c" providerId="ADAL" clId="{8737885A-D720-4453-8906-A3EB2BD4AFC9}" dt="2026-01-06T15:41:36.315" v="2842" actId="1076"/>
          <ac:spMkLst>
            <pc:docMk/>
            <pc:sldMk cId="3078848559" sldId="275"/>
            <ac:spMk id="2" creationId="{44D15073-4E50-C330-A7AB-5C82FD29C96B}"/>
          </ac:spMkLst>
        </pc:spChg>
        <pc:spChg chg="add mod">
          <ac:chgData name="LE QUOC TUAN" userId="8beabeb0-f56a-42d5-b6c6-bebf0a14788c" providerId="ADAL" clId="{8737885A-D720-4453-8906-A3EB2BD4AFC9}" dt="2026-01-06T15:45:24.922" v="3130" actId="20577"/>
          <ac:spMkLst>
            <pc:docMk/>
            <pc:sldMk cId="3078848559" sldId="275"/>
            <ac:spMk id="3" creationId="{437143C3-F5E8-9A41-9321-6B1CEFF1E8C5}"/>
          </ac:spMkLst>
        </pc:spChg>
        <pc:spChg chg="mod">
          <ac:chgData name="LE QUOC TUAN" userId="8beabeb0-f56a-42d5-b6c6-bebf0a14788c" providerId="ADAL" clId="{8737885A-D720-4453-8906-A3EB2BD4AFC9}" dt="2026-01-06T15:39:02.900" v="2838" actId="14100"/>
          <ac:spMkLst>
            <pc:docMk/>
            <pc:sldMk cId="3078848559" sldId="275"/>
            <ac:spMk id="4" creationId="{E2C37FC6-D5AB-E8CE-0FEB-137FA8402CEE}"/>
          </ac:spMkLst>
        </pc:spChg>
        <pc:spChg chg="add mod">
          <ac:chgData name="LE QUOC TUAN" userId="8beabeb0-f56a-42d5-b6c6-bebf0a14788c" providerId="ADAL" clId="{8737885A-D720-4453-8906-A3EB2BD4AFC9}" dt="2026-01-06T15:45:51.096" v="3209" actId="20577"/>
          <ac:spMkLst>
            <pc:docMk/>
            <pc:sldMk cId="3078848559" sldId="275"/>
            <ac:spMk id="15" creationId="{72BEC32C-AC22-A3EA-1981-0AE9B9B13304}"/>
          </ac:spMkLst>
        </pc:spChg>
        <pc:picChg chg="add mod">
          <ac:chgData name="LE QUOC TUAN" userId="8beabeb0-f56a-42d5-b6c6-bebf0a14788c" providerId="ADAL" clId="{8737885A-D720-4453-8906-A3EB2BD4AFC9}" dt="2026-01-06T15:47:14.082" v="3216" actId="1076"/>
          <ac:picMkLst>
            <pc:docMk/>
            <pc:sldMk cId="3078848559" sldId="275"/>
            <ac:picMk id="16" creationId="{3EB0786A-3534-8F38-8C06-4753B2FF80B1}"/>
          </ac:picMkLst>
        </pc:picChg>
        <pc:picChg chg="add mod">
          <ac:chgData name="LE QUOC TUAN" userId="8beabeb0-f56a-42d5-b6c6-bebf0a14788c" providerId="ADAL" clId="{8737885A-D720-4453-8906-A3EB2BD4AFC9}" dt="2026-01-06T15:47:23.457" v="3219" actId="1076"/>
          <ac:picMkLst>
            <pc:docMk/>
            <pc:sldMk cId="3078848559" sldId="275"/>
            <ac:picMk id="17" creationId="{996AE8D6-B138-E051-281F-2809FEDF9D47}"/>
          </ac:picMkLst>
        </pc:picChg>
        <pc:picChg chg="add mod">
          <ac:chgData name="LE QUOC TUAN" userId="8beabeb0-f56a-42d5-b6c6-bebf0a14788c" providerId="ADAL" clId="{8737885A-D720-4453-8906-A3EB2BD4AFC9}" dt="2026-01-06T15:47:20.881" v="3218" actId="1076"/>
          <ac:picMkLst>
            <pc:docMk/>
            <pc:sldMk cId="3078848559" sldId="275"/>
            <ac:picMk id="18" creationId="{C34960F5-A6DC-56F7-9877-BD3C6DA3012B}"/>
          </ac:picMkLst>
        </pc:picChg>
      </pc:sldChg>
      <pc:sldChg chg="addSp delSp modSp add mod">
        <pc:chgData name="LE QUOC TUAN" userId="8beabeb0-f56a-42d5-b6c6-bebf0a14788c" providerId="ADAL" clId="{8737885A-D720-4453-8906-A3EB2BD4AFC9}" dt="2026-01-09T17:56:37.654" v="4541" actId="20577"/>
        <pc:sldMkLst>
          <pc:docMk/>
          <pc:sldMk cId="314435485" sldId="276"/>
        </pc:sldMkLst>
        <pc:spChg chg="del mod">
          <ac:chgData name="LE QUOC TUAN" userId="8beabeb0-f56a-42d5-b6c6-bebf0a14788c" providerId="ADAL" clId="{8737885A-D720-4453-8906-A3EB2BD4AFC9}" dt="2026-01-09T17:56:17.111" v="4535" actId="478"/>
          <ac:spMkLst>
            <pc:docMk/>
            <pc:sldMk cId="314435485" sldId="276"/>
            <ac:spMk id="2" creationId="{6BAD185D-86BF-1A4C-5D73-1259B76981B8}"/>
          </ac:spMkLst>
        </pc:spChg>
        <pc:spChg chg="add mod">
          <ac:chgData name="LE QUOC TUAN" userId="8beabeb0-f56a-42d5-b6c6-bebf0a14788c" providerId="ADAL" clId="{8737885A-D720-4453-8906-A3EB2BD4AFC9}" dt="2026-01-09T17:56:34.275" v="4540" actId="1076"/>
          <ac:spMkLst>
            <pc:docMk/>
            <pc:sldMk cId="314435485" sldId="276"/>
            <ac:spMk id="3" creationId="{86A94D10-8E35-B56D-1A0A-8932F9A062CD}"/>
          </ac:spMkLst>
        </pc:spChg>
        <pc:spChg chg="add mod">
          <ac:chgData name="LE QUOC TUAN" userId="8beabeb0-f56a-42d5-b6c6-bebf0a14788c" providerId="ADAL" clId="{8737885A-D720-4453-8906-A3EB2BD4AFC9}" dt="2026-01-09T17:56:37.654" v="4541" actId="20577"/>
          <ac:spMkLst>
            <pc:docMk/>
            <pc:sldMk cId="314435485" sldId="276"/>
            <ac:spMk id="6" creationId="{92CCF497-61E8-64FD-AC18-53BE82405BC4}"/>
          </ac:spMkLst>
        </pc:spChg>
        <pc:picChg chg="add mod">
          <ac:chgData name="LE QUOC TUAN" userId="8beabeb0-f56a-42d5-b6c6-bebf0a14788c" providerId="ADAL" clId="{8737885A-D720-4453-8906-A3EB2BD4AFC9}" dt="2026-01-09T17:53:28.199" v="4504" actId="1076"/>
          <ac:picMkLst>
            <pc:docMk/>
            <pc:sldMk cId="314435485" sldId="276"/>
            <ac:picMk id="5" creationId="{7272C3BC-9B79-287D-2C2A-267FB15D62C7}"/>
          </ac:picMkLst>
        </pc:picChg>
      </pc:sldChg>
      <pc:sldChg chg="addSp delSp modSp add mod">
        <pc:chgData name="LE QUOC TUAN" userId="8beabeb0-f56a-42d5-b6c6-bebf0a14788c" providerId="ADAL" clId="{8737885A-D720-4453-8906-A3EB2BD4AFC9}" dt="2026-01-09T17:56:07.477" v="4532" actId="207"/>
        <pc:sldMkLst>
          <pc:docMk/>
          <pc:sldMk cId="3204602114" sldId="278"/>
        </pc:sldMkLst>
        <pc:spChg chg="del mod">
          <ac:chgData name="LE QUOC TUAN" userId="8beabeb0-f56a-42d5-b6c6-bebf0a14788c" providerId="ADAL" clId="{8737885A-D720-4453-8906-A3EB2BD4AFC9}" dt="2026-01-09T17:55:33.175" v="4523" actId="478"/>
          <ac:spMkLst>
            <pc:docMk/>
            <pc:sldMk cId="3204602114" sldId="278"/>
            <ac:spMk id="2" creationId="{7DCA8523-6C0F-C33A-D30E-0DE5F5FE6DF8}"/>
          </ac:spMkLst>
        </pc:spChg>
        <pc:spChg chg="mod">
          <ac:chgData name="LE QUOC TUAN" userId="8beabeb0-f56a-42d5-b6c6-bebf0a14788c" providerId="ADAL" clId="{8737885A-D720-4453-8906-A3EB2BD4AFC9}" dt="2026-01-06T16:08:39.647" v="3908" actId="14100"/>
          <ac:spMkLst>
            <pc:docMk/>
            <pc:sldMk cId="3204602114" sldId="278"/>
            <ac:spMk id="3" creationId="{F98C00ED-4EF1-2024-5203-44AAE5CA7AA4}"/>
          </ac:spMkLst>
        </pc:spChg>
        <pc:spChg chg="add del">
          <ac:chgData name="LE QUOC TUAN" userId="8beabeb0-f56a-42d5-b6c6-bebf0a14788c" providerId="ADAL" clId="{8737885A-D720-4453-8906-A3EB2BD4AFC9}" dt="2026-01-09T17:55:44.342" v="4525" actId="478"/>
          <ac:spMkLst>
            <pc:docMk/>
            <pc:sldMk cId="3204602114" sldId="278"/>
            <ac:spMk id="7" creationId="{1B029816-8762-DE31-0188-92E5C1B528C7}"/>
          </ac:spMkLst>
        </pc:spChg>
        <pc:spChg chg="add mod">
          <ac:chgData name="LE QUOC TUAN" userId="8beabeb0-f56a-42d5-b6c6-bebf0a14788c" providerId="ADAL" clId="{8737885A-D720-4453-8906-A3EB2BD4AFC9}" dt="2026-01-09T17:56:07.477" v="4532" actId="207"/>
          <ac:spMkLst>
            <pc:docMk/>
            <pc:sldMk cId="3204602114" sldId="278"/>
            <ac:spMk id="8" creationId="{17D8D798-194C-1765-5EBB-686F9188C4FB}"/>
          </ac:spMkLst>
        </pc:spChg>
        <pc:spChg chg="mod">
          <ac:chgData name="LE QUOC TUAN" userId="8beabeb0-f56a-42d5-b6c6-bebf0a14788c" providerId="ADAL" clId="{8737885A-D720-4453-8906-A3EB2BD4AFC9}" dt="2026-01-06T16:08:51.162" v="3912" actId="1076"/>
          <ac:spMkLst>
            <pc:docMk/>
            <pc:sldMk cId="3204602114" sldId="278"/>
            <ac:spMk id="15" creationId="{6EB024D2-6798-A36F-E6D6-44111B4E4903}"/>
          </ac:spMkLst>
        </pc:spChg>
        <pc:picChg chg="add mod">
          <ac:chgData name="LE QUOC TUAN" userId="8beabeb0-f56a-42d5-b6c6-bebf0a14788c" providerId="ADAL" clId="{8737885A-D720-4453-8906-A3EB2BD4AFC9}" dt="2026-01-06T16:08:03.515" v="3902" actId="1076"/>
          <ac:picMkLst>
            <pc:docMk/>
            <pc:sldMk cId="3204602114" sldId="278"/>
            <ac:picMk id="5" creationId="{B40BDB46-9845-62B1-CB89-42EC507DF1A1}"/>
          </ac:picMkLst>
        </pc:picChg>
        <pc:picChg chg="add mod">
          <ac:chgData name="LE QUOC TUAN" userId="8beabeb0-f56a-42d5-b6c6-bebf0a14788c" providerId="ADAL" clId="{8737885A-D720-4453-8906-A3EB2BD4AFC9}" dt="2026-01-06T16:07:59.760" v="3901" actId="14100"/>
          <ac:picMkLst>
            <pc:docMk/>
            <pc:sldMk cId="3204602114" sldId="278"/>
            <ac:picMk id="6" creationId="{1ED75F10-F58E-7E30-EFDF-512C52DB2192}"/>
          </ac:picMkLst>
        </pc:picChg>
      </pc:sldChg>
      <pc:sldChg chg="addSp delSp modSp add mod ord">
        <pc:chgData name="LE QUOC TUAN" userId="8beabeb0-f56a-42d5-b6c6-bebf0a14788c" providerId="ADAL" clId="{8737885A-D720-4453-8906-A3EB2BD4AFC9}" dt="2026-01-09T17:57:29.755" v="4561" actId="1076"/>
        <pc:sldMkLst>
          <pc:docMk/>
          <pc:sldMk cId="3155513980" sldId="279"/>
        </pc:sldMkLst>
        <pc:spChg chg="del mod">
          <ac:chgData name="LE QUOC TUAN" userId="8beabeb0-f56a-42d5-b6c6-bebf0a14788c" providerId="ADAL" clId="{8737885A-D720-4453-8906-A3EB2BD4AFC9}" dt="2026-01-09T17:57:28.658" v="4560" actId="478"/>
          <ac:spMkLst>
            <pc:docMk/>
            <pc:sldMk cId="3155513980" sldId="279"/>
            <ac:spMk id="2" creationId="{15648272-E4C8-D401-E308-53D5222A4BC6}"/>
          </ac:spMkLst>
        </pc:spChg>
        <pc:spChg chg="add del">
          <ac:chgData name="LE QUOC TUAN" userId="8beabeb0-f56a-42d5-b6c6-bebf0a14788c" providerId="ADAL" clId="{8737885A-D720-4453-8906-A3EB2BD4AFC9}" dt="2026-01-09T17:57:13.401" v="4553" actId="22"/>
          <ac:spMkLst>
            <pc:docMk/>
            <pc:sldMk cId="3155513980" sldId="279"/>
            <ac:spMk id="5" creationId="{87CA6523-542E-D600-A182-2CFF37AB611D}"/>
          </ac:spMkLst>
        </pc:spChg>
        <pc:spChg chg="mod">
          <ac:chgData name="LE QUOC TUAN" userId="8beabeb0-f56a-42d5-b6c6-bebf0a14788c" providerId="ADAL" clId="{8737885A-D720-4453-8906-A3EB2BD4AFC9}" dt="2026-01-06T16:15:23.369" v="4282" actId="20577"/>
          <ac:spMkLst>
            <pc:docMk/>
            <pc:sldMk cId="3155513980" sldId="279"/>
            <ac:spMk id="6" creationId="{8BDDDDA3-5F24-E917-34BE-0803C6D723E1}"/>
          </ac:spMkLst>
        </pc:spChg>
        <pc:spChg chg="add mod">
          <ac:chgData name="LE QUOC TUAN" userId="8beabeb0-f56a-42d5-b6c6-bebf0a14788c" providerId="ADAL" clId="{8737885A-D720-4453-8906-A3EB2BD4AFC9}" dt="2026-01-09T17:57:29.755" v="4561" actId="1076"/>
          <ac:spMkLst>
            <pc:docMk/>
            <pc:sldMk cId="3155513980" sldId="279"/>
            <ac:spMk id="7" creationId="{3ECEEAE0-07AD-2BE1-9774-6363FAA6DA0A}"/>
          </ac:spMkLst>
        </pc:spChg>
      </pc:sldChg>
      <pc:sldChg chg="addSp delSp modSp add mod">
        <pc:chgData name="LE QUOC TUAN" userId="8beabeb0-f56a-42d5-b6c6-bebf0a14788c" providerId="ADAL" clId="{8737885A-D720-4453-8906-A3EB2BD4AFC9}" dt="2026-01-09T17:57:02.661" v="4551" actId="14100"/>
        <pc:sldMkLst>
          <pc:docMk/>
          <pc:sldMk cId="50101043" sldId="280"/>
        </pc:sldMkLst>
        <pc:spChg chg="del">
          <ac:chgData name="LE QUOC TUAN" userId="8beabeb0-f56a-42d5-b6c6-bebf0a14788c" providerId="ADAL" clId="{8737885A-D720-4453-8906-A3EB2BD4AFC9}" dt="2026-01-09T17:56:50.597" v="4546" actId="478"/>
          <ac:spMkLst>
            <pc:docMk/>
            <pc:sldMk cId="50101043" sldId="280"/>
            <ac:spMk id="2" creationId="{B3EF3F1A-561C-F756-1E20-063BBC6712C6}"/>
          </ac:spMkLst>
        </pc:spChg>
        <pc:spChg chg="add del">
          <ac:chgData name="LE QUOC TUAN" userId="8beabeb0-f56a-42d5-b6c6-bebf0a14788c" providerId="ADAL" clId="{8737885A-D720-4453-8906-A3EB2BD4AFC9}" dt="2026-01-09T17:56:41.283" v="4543" actId="22"/>
          <ac:spMkLst>
            <pc:docMk/>
            <pc:sldMk cId="50101043" sldId="280"/>
            <ac:spMk id="5" creationId="{2A833E62-905C-7CA1-2B39-9FBE211B2AF2}"/>
          </ac:spMkLst>
        </pc:spChg>
        <pc:spChg chg="add mod">
          <ac:chgData name="LE QUOC TUAN" userId="8beabeb0-f56a-42d5-b6c6-bebf0a14788c" providerId="ADAL" clId="{8737885A-D720-4453-8906-A3EB2BD4AFC9}" dt="2026-01-09T17:57:02.661" v="4551" actId="14100"/>
          <ac:spMkLst>
            <pc:docMk/>
            <pc:sldMk cId="50101043" sldId="280"/>
            <ac:spMk id="7" creationId="{ABBEA831-65D2-6FCC-1CD9-C068756B925E}"/>
          </ac:spMkLst>
        </pc:spChg>
      </pc:sldChg>
      <pc:sldChg chg="addSp delSp modSp add mod">
        <pc:chgData name="LE QUOC TUAN" userId="8beabeb0-f56a-42d5-b6c6-bebf0a14788c" providerId="ADAL" clId="{8737885A-D720-4453-8906-A3EB2BD4AFC9}" dt="2026-01-09T17:58:20.044" v="4579" actId="1076"/>
        <pc:sldMkLst>
          <pc:docMk/>
          <pc:sldMk cId="2287067765" sldId="281"/>
        </pc:sldMkLst>
        <pc:spChg chg="del mod">
          <ac:chgData name="LE QUOC TUAN" userId="8beabeb0-f56a-42d5-b6c6-bebf0a14788c" providerId="ADAL" clId="{8737885A-D720-4453-8906-A3EB2BD4AFC9}" dt="2026-01-09T17:57:41.349" v="4565" actId="478"/>
          <ac:spMkLst>
            <pc:docMk/>
            <pc:sldMk cId="2287067765" sldId="281"/>
            <ac:spMk id="2" creationId="{3723C455-7120-9F30-85E6-A4876A42BA54}"/>
          </ac:spMkLst>
        </pc:spChg>
        <pc:spChg chg="mod">
          <ac:chgData name="LE QUOC TUAN" userId="8beabeb0-f56a-42d5-b6c6-bebf0a14788c" providerId="ADAL" clId="{8737885A-D720-4453-8906-A3EB2BD4AFC9}" dt="2026-01-06T16:15:50.654" v="4339" actId="20577"/>
          <ac:spMkLst>
            <pc:docMk/>
            <pc:sldMk cId="2287067765" sldId="281"/>
            <ac:spMk id="4" creationId="{CD45A4BC-458A-F3D3-1C95-B823A3A1A2E1}"/>
          </ac:spMkLst>
        </pc:spChg>
        <pc:spChg chg="add mod">
          <ac:chgData name="LE QUOC TUAN" userId="8beabeb0-f56a-42d5-b6c6-bebf0a14788c" providerId="ADAL" clId="{8737885A-D720-4453-8906-A3EB2BD4AFC9}" dt="2026-01-06T16:28:14.816" v="4390" actId="1076"/>
          <ac:spMkLst>
            <pc:docMk/>
            <pc:sldMk cId="2287067765" sldId="281"/>
            <ac:spMk id="5" creationId="{A18ACAE1-2E77-0F19-42E6-919969DDF3CB}"/>
          </ac:spMkLst>
        </pc:spChg>
        <pc:spChg chg="mod">
          <ac:chgData name="LE QUOC TUAN" userId="8beabeb0-f56a-42d5-b6c6-bebf0a14788c" providerId="ADAL" clId="{8737885A-D720-4453-8906-A3EB2BD4AFC9}" dt="2026-01-09T17:57:54.291" v="4570" actId="1076"/>
          <ac:spMkLst>
            <pc:docMk/>
            <pc:sldMk cId="2287067765" sldId="281"/>
            <ac:spMk id="6" creationId="{49760F4C-1152-C0A2-00C3-DCCE8B988C32}"/>
          </ac:spMkLst>
        </pc:spChg>
        <pc:spChg chg="add del">
          <ac:chgData name="LE QUOC TUAN" userId="8beabeb0-f56a-42d5-b6c6-bebf0a14788c" providerId="ADAL" clId="{8737885A-D720-4453-8906-A3EB2BD4AFC9}" dt="2026-01-09T17:57:33.894" v="4563" actId="22"/>
          <ac:spMkLst>
            <pc:docMk/>
            <pc:sldMk cId="2287067765" sldId="281"/>
            <ac:spMk id="8" creationId="{0748BD02-046E-A9AD-D7B5-6A9F61B72AB8}"/>
          </ac:spMkLst>
        </pc:spChg>
        <pc:spChg chg="add mod">
          <ac:chgData name="LE QUOC TUAN" userId="8beabeb0-f56a-42d5-b6c6-bebf0a14788c" providerId="ADAL" clId="{8737885A-D720-4453-8906-A3EB2BD4AFC9}" dt="2026-01-09T17:57:58.098" v="4571" actId="14100"/>
          <ac:spMkLst>
            <pc:docMk/>
            <pc:sldMk cId="2287067765" sldId="281"/>
            <ac:spMk id="9" creationId="{80866509-8905-C46D-C2A0-26019B89AB29}"/>
          </ac:spMkLst>
        </pc:spChg>
        <pc:spChg chg="add del mod">
          <ac:chgData name="LE QUOC TUAN" userId="8beabeb0-f56a-42d5-b6c6-bebf0a14788c" providerId="ADAL" clId="{8737885A-D720-4453-8906-A3EB2BD4AFC9}" dt="2026-01-09T17:58:16.549" v="4578" actId="478"/>
          <ac:spMkLst>
            <pc:docMk/>
            <pc:sldMk cId="2287067765" sldId="281"/>
            <ac:spMk id="10" creationId="{78938881-E698-CB25-C992-1D033258192E}"/>
          </ac:spMkLst>
        </pc:spChg>
        <pc:spChg chg="add mod">
          <ac:chgData name="LE QUOC TUAN" userId="8beabeb0-f56a-42d5-b6c6-bebf0a14788c" providerId="ADAL" clId="{8737885A-D720-4453-8906-A3EB2BD4AFC9}" dt="2026-01-09T17:58:20.044" v="4579" actId="1076"/>
          <ac:spMkLst>
            <pc:docMk/>
            <pc:sldMk cId="2287067765" sldId="281"/>
            <ac:spMk id="12" creationId="{7268119B-3F25-033D-A3DE-79D07EAE170D}"/>
          </ac:spMkLst>
        </pc:spChg>
        <pc:picChg chg="add mod">
          <ac:chgData name="LE QUOC TUAN" userId="8beabeb0-f56a-42d5-b6c6-bebf0a14788c" providerId="ADAL" clId="{8737885A-D720-4453-8906-A3EB2BD4AFC9}" dt="2026-01-09T17:53:52.933" v="4507" actId="1076"/>
          <ac:picMkLst>
            <pc:docMk/>
            <pc:sldMk cId="2287067765" sldId="281"/>
            <ac:picMk id="3" creationId="{915A8B1B-4126-98C5-32D7-1FBC834B90FF}"/>
          </ac:picMkLst>
        </pc:picChg>
        <pc:picChg chg="add mod">
          <ac:chgData name="LE QUOC TUAN" userId="8beabeb0-f56a-42d5-b6c6-bebf0a14788c" providerId="ADAL" clId="{8737885A-D720-4453-8906-A3EB2BD4AFC9}" dt="2026-01-06T16:28:19.343" v="4393" actId="1076"/>
          <ac:picMkLst>
            <pc:docMk/>
            <pc:sldMk cId="2287067765" sldId="281"/>
            <ac:picMk id="11" creationId="{E81CAD5D-E1D0-7C08-5D9A-7D30CA13733D}"/>
          </ac:picMkLst>
        </pc:picChg>
      </pc:sldChg>
      <pc:sldChg chg="addSp delSp modSp add mod">
        <pc:chgData name="LE QUOC TUAN" userId="8beabeb0-f56a-42d5-b6c6-bebf0a14788c" providerId="ADAL" clId="{8737885A-D720-4453-8906-A3EB2BD4AFC9}" dt="2026-01-09T17:55:18.069" v="4521" actId="207"/>
        <pc:sldMkLst>
          <pc:docMk/>
          <pc:sldMk cId="1242036654" sldId="282"/>
        </pc:sldMkLst>
        <pc:spChg chg="add mod">
          <ac:chgData name="LE QUOC TUAN" userId="8beabeb0-f56a-42d5-b6c6-bebf0a14788c" providerId="ADAL" clId="{8737885A-D720-4453-8906-A3EB2BD4AFC9}" dt="2026-01-09T17:55:18.069" v="4521" actId="207"/>
          <ac:spMkLst>
            <pc:docMk/>
            <pc:sldMk cId="1242036654" sldId="282"/>
            <ac:spMk id="2" creationId="{85DE7CB3-CE5E-B939-44A5-E7C2ABE3EFDC}"/>
          </ac:spMkLst>
        </pc:spChg>
        <pc:spChg chg="mod">
          <ac:chgData name="LE QUOC TUAN" userId="8beabeb0-f56a-42d5-b6c6-bebf0a14788c" providerId="ADAL" clId="{8737885A-D720-4453-8906-A3EB2BD4AFC9}" dt="2026-01-06T16:28:55.078" v="4427" actId="20577"/>
          <ac:spMkLst>
            <pc:docMk/>
            <pc:sldMk cId="1242036654" sldId="282"/>
            <ac:spMk id="4" creationId="{94DA1D30-1375-45A6-ADBD-B702A8AFDAC6}"/>
          </ac:spMkLst>
        </pc:spChg>
        <pc:spChg chg="mod">
          <ac:chgData name="LE QUOC TUAN" userId="8beabeb0-f56a-42d5-b6c6-bebf0a14788c" providerId="ADAL" clId="{8737885A-D720-4453-8906-A3EB2BD4AFC9}" dt="2026-01-06T16:31:06.139" v="4467" actId="1076"/>
          <ac:spMkLst>
            <pc:docMk/>
            <pc:sldMk cId="1242036654" sldId="282"/>
            <ac:spMk id="5" creationId="{07F647A1-6281-F9BD-7D06-CD11352CAA41}"/>
          </ac:spMkLst>
        </pc:spChg>
        <pc:spChg chg="add mod">
          <ac:chgData name="LE QUOC TUAN" userId="8beabeb0-f56a-42d5-b6c6-bebf0a14788c" providerId="ADAL" clId="{8737885A-D720-4453-8906-A3EB2BD4AFC9}" dt="2026-01-09T17:54:00.542" v="4508" actId="1076"/>
          <ac:spMkLst>
            <pc:docMk/>
            <pc:sldMk cId="1242036654" sldId="282"/>
            <ac:spMk id="7" creationId="{CA1E2A19-D579-6401-8DA8-583EF1083373}"/>
          </ac:spMkLst>
        </pc:spChg>
        <pc:spChg chg="del mod">
          <ac:chgData name="LE QUOC TUAN" userId="8beabeb0-f56a-42d5-b6c6-bebf0a14788c" providerId="ADAL" clId="{8737885A-D720-4453-8906-A3EB2BD4AFC9}" dt="2026-01-09T17:54:50.101" v="4517" actId="478"/>
          <ac:spMkLst>
            <pc:docMk/>
            <pc:sldMk cId="1242036654" sldId="282"/>
            <ac:spMk id="10" creationId="{B907E1FD-984F-18C0-E6A3-35900E6D614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849802-493B-4E86-8B15-BA6A615444DE}" type="datetimeFigureOut">
              <a:rPr lang="en-US" smtClean="0"/>
              <a:t>1/10/2026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E47434-C026-48FA-B16A-AC915FDF9594}" type="slidenum">
              <a:rPr lang="en-US" smtClean="0"/>
              <a:t>‹#›</a:t>
            </a:fld>
            <a:endParaRPr lang="en-US"/>
          </a:p>
        </p:txBody>
      </p:sp>
    </p:spTree>
    <p:extLst>
      <p:ext uri="{BB962C8B-B14F-4D97-AF65-F5344CB8AC3E}">
        <p14:creationId xmlns:p14="http://schemas.microsoft.com/office/powerpoint/2010/main" val="885545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1E47434-C026-48FA-B16A-AC915FDF9594}" type="slidenum">
              <a:rPr lang="en-US" smtClean="0"/>
              <a:t>1</a:t>
            </a:fld>
            <a:endParaRPr lang="en-US"/>
          </a:p>
        </p:txBody>
      </p:sp>
    </p:spTree>
    <p:extLst>
      <p:ext uri="{BB962C8B-B14F-4D97-AF65-F5344CB8AC3E}">
        <p14:creationId xmlns:p14="http://schemas.microsoft.com/office/powerpoint/2010/main" val="94195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1E47434-C026-48FA-B16A-AC915FDF9594}" type="slidenum">
              <a:rPr lang="en-US" smtClean="0"/>
              <a:t>3</a:t>
            </a:fld>
            <a:endParaRPr lang="en-US"/>
          </a:p>
        </p:txBody>
      </p:sp>
    </p:spTree>
    <p:extLst>
      <p:ext uri="{BB962C8B-B14F-4D97-AF65-F5344CB8AC3E}">
        <p14:creationId xmlns:p14="http://schemas.microsoft.com/office/powerpoint/2010/main" val="3437726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1E47434-C026-48FA-B16A-AC915FDF9594}" type="slidenum">
              <a:rPr lang="en-US" smtClean="0"/>
              <a:t>15</a:t>
            </a:fld>
            <a:endParaRPr lang="en-US"/>
          </a:p>
        </p:txBody>
      </p:sp>
    </p:spTree>
    <p:extLst>
      <p:ext uri="{BB962C8B-B14F-4D97-AF65-F5344CB8AC3E}">
        <p14:creationId xmlns:p14="http://schemas.microsoft.com/office/powerpoint/2010/main" val="15828000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4CC9C-FC04-9544-15D1-AE5F36B46C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4593CC-4543-0947-F8FC-00D1DE18BD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5F6B03-B8D2-F0CD-5840-63EEC736EB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25CC24D-F22C-5838-D80E-A6B45A61DFB1}"/>
              </a:ext>
            </a:extLst>
          </p:cNvPr>
          <p:cNvSpPr>
            <a:spLocks noGrp="1"/>
          </p:cNvSpPr>
          <p:nvPr>
            <p:ph type="sldNum" sz="quarter" idx="5"/>
          </p:nvPr>
        </p:nvSpPr>
        <p:spPr/>
        <p:txBody>
          <a:bodyPr/>
          <a:lstStyle/>
          <a:p>
            <a:fld id="{11E47434-C026-48FA-B16A-AC915FDF9594}" type="slidenum">
              <a:rPr lang="en-US" smtClean="0"/>
              <a:t>16</a:t>
            </a:fld>
            <a:endParaRPr lang="en-US"/>
          </a:p>
        </p:txBody>
      </p:sp>
    </p:spTree>
    <p:extLst>
      <p:ext uri="{BB962C8B-B14F-4D97-AF65-F5344CB8AC3E}">
        <p14:creationId xmlns:p14="http://schemas.microsoft.com/office/powerpoint/2010/main" val="33191110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5C555-4E9C-2ECD-703C-717C2DEB4F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C63CD9-8738-8FDF-0FDD-5461644AD0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3F4426-5CEE-1B13-0F36-8F00F98EF87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C50CDBC-1D66-4BA2-5FE0-AD192E5CFE10}"/>
              </a:ext>
            </a:extLst>
          </p:cNvPr>
          <p:cNvSpPr>
            <a:spLocks noGrp="1"/>
          </p:cNvSpPr>
          <p:nvPr>
            <p:ph type="sldNum" sz="quarter" idx="5"/>
          </p:nvPr>
        </p:nvSpPr>
        <p:spPr/>
        <p:txBody>
          <a:bodyPr/>
          <a:lstStyle/>
          <a:p>
            <a:fld id="{11E47434-C026-48FA-B16A-AC915FDF9594}" type="slidenum">
              <a:rPr lang="en-US" smtClean="0"/>
              <a:t>17</a:t>
            </a:fld>
            <a:endParaRPr lang="en-US"/>
          </a:p>
        </p:txBody>
      </p:sp>
    </p:spTree>
    <p:extLst>
      <p:ext uri="{BB962C8B-B14F-4D97-AF65-F5344CB8AC3E}">
        <p14:creationId xmlns:p14="http://schemas.microsoft.com/office/powerpoint/2010/main" val="4053181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CC9E9-AF9C-22D8-9EFD-4C02C32010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83C15F-0B90-470D-9BA7-F9AD181226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98E342-04EC-4EAE-ACFC-C0DA698A08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193CC6-57CE-370F-1088-3EE269F16F6B}"/>
              </a:ext>
            </a:extLst>
          </p:cNvPr>
          <p:cNvSpPr>
            <a:spLocks noGrp="1"/>
          </p:cNvSpPr>
          <p:nvPr>
            <p:ph type="sldNum" sz="quarter" idx="5"/>
          </p:nvPr>
        </p:nvSpPr>
        <p:spPr/>
        <p:txBody>
          <a:bodyPr/>
          <a:lstStyle/>
          <a:p>
            <a:fld id="{11E47434-C026-48FA-B16A-AC915FDF9594}" type="slidenum">
              <a:rPr lang="en-US" smtClean="0"/>
              <a:t>18</a:t>
            </a:fld>
            <a:endParaRPr lang="en-US"/>
          </a:p>
        </p:txBody>
      </p:sp>
    </p:spTree>
    <p:extLst>
      <p:ext uri="{BB962C8B-B14F-4D97-AF65-F5344CB8AC3E}">
        <p14:creationId xmlns:p14="http://schemas.microsoft.com/office/powerpoint/2010/main" val="7258881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FD302-EE8F-7B66-6789-64276333D0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8DA528-791A-89E6-611E-F1050F4FE2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5BE73-4269-22ED-B3C6-E0B7E4A9591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A98857C-737A-8A82-B37F-5410CC34EDF0}"/>
              </a:ext>
            </a:extLst>
          </p:cNvPr>
          <p:cNvSpPr>
            <a:spLocks noGrp="1"/>
          </p:cNvSpPr>
          <p:nvPr>
            <p:ph type="sldNum" sz="quarter" idx="5"/>
          </p:nvPr>
        </p:nvSpPr>
        <p:spPr/>
        <p:txBody>
          <a:bodyPr/>
          <a:lstStyle/>
          <a:p>
            <a:fld id="{11E47434-C026-48FA-B16A-AC915FDF9594}" type="slidenum">
              <a:rPr lang="en-US" smtClean="0"/>
              <a:t>19</a:t>
            </a:fld>
            <a:endParaRPr lang="en-US"/>
          </a:p>
        </p:txBody>
      </p:sp>
    </p:spTree>
    <p:extLst>
      <p:ext uri="{BB962C8B-B14F-4D97-AF65-F5344CB8AC3E}">
        <p14:creationId xmlns:p14="http://schemas.microsoft.com/office/powerpoint/2010/main" val="3467483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AED82-08AF-3B2B-1279-CA30C5EBAA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33A118-4FD7-7CA1-C62E-C630535C1C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D35AFD-A12B-84C4-0AB4-31E74F50BB1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A5DDC19-AB6A-D605-3941-4C8442C36AEC}"/>
              </a:ext>
            </a:extLst>
          </p:cNvPr>
          <p:cNvSpPr>
            <a:spLocks noGrp="1"/>
          </p:cNvSpPr>
          <p:nvPr>
            <p:ph type="sldNum" sz="quarter" idx="5"/>
          </p:nvPr>
        </p:nvSpPr>
        <p:spPr/>
        <p:txBody>
          <a:bodyPr/>
          <a:lstStyle/>
          <a:p>
            <a:fld id="{11E47434-C026-48FA-B16A-AC915FDF9594}" type="slidenum">
              <a:rPr lang="en-US" smtClean="0"/>
              <a:t>20</a:t>
            </a:fld>
            <a:endParaRPr lang="en-US"/>
          </a:p>
        </p:txBody>
      </p:sp>
    </p:spTree>
    <p:extLst>
      <p:ext uri="{BB962C8B-B14F-4D97-AF65-F5344CB8AC3E}">
        <p14:creationId xmlns:p14="http://schemas.microsoft.com/office/powerpoint/2010/main" val="20789660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7FFC8-CD8A-74C4-CB70-1009616101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64975B-A9B0-E18C-D1FE-76EB824058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2348BD-96C8-4153-9741-92CC36F1258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2AE2C7A-6572-3226-DE9A-EF62C008B46F}"/>
              </a:ext>
            </a:extLst>
          </p:cNvPr>
          <p:cNvSpPr>
            <a:spLocks noGrp="1"/>
          </p:cNvSpPr>
          <p:nvPr>
            <p:ph type="sldNum" sz="quarter" idx="5"/>
          </p:nvPr>
        </p:nvSpPr>
        <p:spPr/>
        <p:txBody>
          <a:bodyPr/>
          <a:lstStyle/>
          <a:p>
            <a:fld id="{11E47434-C026-48FA-B16A-AC915FDF9594}" type="slidenum">
              <a:rPr lang="en-US" smtClean="0"/>
              <a:t>21</a:t>
            </a:fld>
            <a:endParaRPr lang="en-US"/>
          </a:p>
        </p:txBody>
      </p:sp>
    </p:spTree>
    <p:extLst>
      <p:ext uri="{BB962C8B-B14F-4D97-AF65-F5344CB8AC3E}">
        <p14:creationId xmlns:p14="http://schemas.microsoft.com/office/powerpoint/2010/main" val="1034643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E4B51-3C18-0782-F296-5E7DB5EF0C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4FD8501-72B3-BFB9-E98C-1508E0D146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92F76BD-3D1E-91D1-EDED-C62191873AA7}"/>
              </a:ext>
            </a:extLst>
          </p:cNvPr>
          <p:cNvSpPr>
            <a:spLocks noGrp="1"/>
          </p:cNvSpPr>
          <p:nvPr>
            <p:ph type="dt" sz="half" idx="10"/>
          </p:nvPr>
        </p:nvSpPr>
        <p:spPr/>
        <p:txBody>
          <a:bodyPr/>
          <a:lstStyle/>
          <a:p>
            <a:fld id="{A8989B7D-551A-4EE8-809E-3EB066BF45B9}" type="datetime1">
              <a:rPr lang="en-US" smtClean="0"/>
              <a:t>1/10/2026</a:t>
            </a:fld>
            <a:endParaRPr lang="en-US"/>
          </a:p>
        </p:txBody>
      </p:sp>
      <p:sp>
        <p:nvSpPr>
          <p:cNvPr id="5" name="Footer Placeholder 4">
            <a:extLst>
              <a:ext uri="{FF2B5EF4-FFF2-40B4-BE49-F238E27FC236}">
                <a16:creationId xmlns:a16="http://schemas.microsoft.com/office/drawing/2014/main" id="{CF6522B4-ADE8-2D96-8F96-B0FA17CCFE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D9C822-59D0-9762-3BFA-1BE7896143F8}"/>
              </a:ext>
            </a:extLst>
          </p:cNvPr>
          <p:cNvSpPr>
            <a:spLocks noGrp="1"/>
          </p:cNvSpPr>
          <p:nvPr>
            <p:ph type="sldNum" sz="quarter" idx="12"/>
          </p:nvPr>
        </p:nvSpPr>
        <p:spPr/>
        <p:txBody>
          <a:bodyPr/>
          <a:lstStyle/>
          <a:p>
            <a:fld id="{5A19980F-CA33-44C6-913D-F0BB155EDB91}" type="slidenum">
              <a:rPr lang="en-US" smtClean="0"/>
              <a:t>‹#›</a:t>
            </a:fld>
            <a:endParaRPr lang="en-US"/>
          </a:p>
        </p:txBody>
      </p:sp>
    </p:spTree>
    <p:extLst>
      <p:ext uri="{BB962C8B-B14F-4D97-AF65-F5344CB8AC3E}">
        <p14:creationId xmlns:p14="http://schemas.microsoft.com/office/powerpoint/2010/main" val="498135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BEF57-0543-C637-3B5D-122C213CE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4E4DB0-37BA-A9E3-1FBE-BEB0E5C313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4502E4-802E-53D7-417A-4539762451C9}"/>
              </a:ext>
            </a:extLst>
          </p:cNvPr>
          <p:cNvSpPr>
            <a:spLocks noGrp="1"/>
          </p:cNvSpPr>
          <p:nvPr>
            <p:ph type="dt" sz="half" idx="10"/>
          </p:nvPr>
        </p:nvSpPr>
        <p:spPr/>
        <p:txBody>
          <a:bodyPr/>
          <a:lstStyle/>
          <a:p>
            <a:fld id="{B2C7F745-A8DC-4026-9CFF-3A63E12F3432}" type="datetime1">
              <a:rPr lang="en-US" smtClean="0"/>
              <a:t>1/10/2026</a:t>
            </a:fld>
            <a:endParaRPr lang="en-US"/>
          </a:p>
        </p:txBody>
      </p:sp>
      <p:sp>
        <p:nvSpPr>
          <p:cNvPr id="5" name="Footer Placeholder 4">
            <a:extLst>
              <a:ext uri="{FF2B5EF4-FFF2-40B4-BE49-F238E27FC236}">
                <a16:creationId xmlns:a16="http://schemas.microsoft.com/office/drawing/2014/main" id="{2D3E9C0B-2008-34D1-3342-BACDF3518D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C46806-9B5C-0D9A-03B6-2A10F74A8FE3}"/>
              </a:ext>
            </a:extLst>
          </p:cNvPr>
          <p:cNvSpPr>
            <a:spLocks noGrp="1"/>
          </p:cNvSpPr>
          <p:nvPr>
            <p:ph type="sldNum" sz="quarter" idx="12"/>
          </p:nvPr>
        </p:nvSpPr>
        <p:spPr/>
        <p:txBody>
          <a:bodyPr/>
          <a:lstStyle/>
          <a:p>
            <a:fld id="{5A19980F-CA33-44C6-913D-F0BB155EDB91}" type="slidenum">
              <a:rPr lang="en-US" smtClean="0"/>
              <a:t>‹#›</a:t>
            </a:fld>
            <a:endParaRPr lang="en-US"/>
          </a:p>
        </p:txBody>
      </p:sp>
    </p:spTree>
    <p:extLst>
      <p:ext uri="{BB962C8B-B14F-4D97-AF65-F5344CB8AC3E}">
        <p14:creationId xmlns:p14="http://schemas.microsoft.com/office/powerpoint/2010/main" val="1241054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71764-3FAC-33A5-9BBC-B18857D106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93E4A8-C0F6-D421-8CB9-AD45B34BC02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FAAA19-F02C-CCFB-5A2E-E0CF2A41EA0C}"/>
              </a:ext>
            </a:extLst>
          </p:cNvPr>
          <p:cNvSpPr>
            <a:spLocks noGrp="1"/>
          </p:cNvSpPr>
          <p:nvPr>
            <p:ph type="dt" sz="half" idx="10"/>
          </p:nvPr>
        </p:nvSpPr>
        <p:spPr/>
        <p:txBody>
          <a:bodyPr/>
          <a:lstStyle/>
          <a:p>
            <a:fld id="{16ED6DAF-FCE8-4FD3-9B30-A06BCCBDC26E}" type="datetime1">
              <a:rPr lang="en-US" smtClean="0"/>
              <a:t>1/10/2026</a:t>
            </a:fld>
            <a:endParaRPr lang="en-US"/>
          </a:p>
        </p:txBody>
      </p:sp>
      <p:sp>
        <p:nvSpPr>
          <p:cNvPr id="5" name="Footer Placeholder 4">
            <a:extLst>
              <a:ext uri="{FF2B5EF4-FFF2-40B4-BE49-F238E27FC236}">
                <a16:creationId xmlns:a16="http://schemas.microsoft.com/office/drawing/2014/main" id="{15EDF442-63F3-9ACB-42FE-B6FAEBCD37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2EA7DD-EE7D-1B35-A9AB-773D6B95B34B}"/>
              </a:ext>
            </a:extLst>
          </p:cNvPr>
          <p:cNvSpPr>
            <a:spLocks noGrp="1"/>
          </p:cNvSpPr>
          <p:nvPr>
            <p:ph type="sldNum" sz="quarter" idx="12"/>
          </p:nvPr>
        </p:nvSpPr>
        <p:spPr/>
        <p:txBody>
          <a:bodyPr/>
          <a:lstStyle/>
          <a:p>
            <a:fld id="{5A19980F-CA33-44C6-913D-F0BB155EDB91}" type="slidenum">
              <a:rPr lang="en-US" smtClean="0"/>
              <a:t>‹#›</a:t>
            </a:fld>
            <a:endParaRPr lang="en-US"/>
          </a:p>
        </p:txBody>
      </p:sp>
    </p:spTree>
    <p:extLst>
      <p:ext uri="{BB962C8B-B14F-4D97-AF65-F5344CB8AC3E}">
        <p14:creationId xmlns:p14="http://schemas.microsoft.com/office/powerpoint/2010/main" val="1929647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6665F-78BE-B7F2-0D87-9767C03879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C8AFD6-6FB4-E310-29E7-024C4CB9DC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AA7A95-8164-BCD4-D0EF-1CFD254648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D1EC0F-E2A5-ABB6-2210-B22B4CE3261A}"/>
              </a:ext>
            </a:extLst>
          </p:cNvPr>
          <p:cNvSpPr>
            <a:spLocks noGrp="1"/>
          </p:cNvSpPr>
          <p:nvPr>
            <p:ph type="dt" sz="half" idx="10"/>
          </p:nvPr>
        </p:nvSpPr>
        <p:spPr/>
        <p:txBody>
          <a:bodyPr/>
          <a:lstStyle/>
          <a:p>
            <a:fld id="{51CF7FD9-12A6-495C-A37F-D4958F9B36FD}" type="datetime1">
              <a:rPr lang="en-US" smtClean="0"/>
              <a:t>1/10/2026</a:t>
            </a:fld>
            <a:endParaRPr lang="en-US"/>
          </a:p>
        </p:txBody>
      </p:sp>
      <p:sp>
        <p:nvSpPr>
          <p:cNvPr id="6" name="Footer Placeholder 5">
            <a:extLst>
              <a:ext uri="{FF2B5EF4-FFF2-40B4-BE49-F238E27FC236}">
                <a16:creationId xmlns:a16="http://schemas.microsoft.com/office/drawing/2014/main" id="{663805DA-1F9A-1BCE-A8D6-7AC30BCBC7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63ECA6-BE52-8EF1-FA2F-EF2DFC4CD29B}"/>
              </a:ext>
            </a:extLst>
          </p:cNvPr>
          <p:cNvSpPr>
            <a:spLocks noGrp="1"/>
          </p:cNvSpPr>
          <p:nvPr>
            <p:ph type="sldNum" sz="quarter" idx="12"/>
          </p:nvPr>
        </p:nvSpPr>
        <p:spPr/>
        <p:txBody>
          <a:bodyPr/>
          <a:lstStyle/>
          <a:p>
            <a:fld id="{5A19980F-CA33-44C6-913D-F0BB155EDB91}" type="slidenum">
              <a:rPr lang="en-US" smtClean="0"/>
              <a:t>‹#›</a:t>
            </a:fld>
            <a:endParaRPr lang="en-US"/>
          </a:p>
        </p:txBody>
      </p:sp>
    </p:spTree>
    <p:extLst>
      <p:ext uri="{BB962C8B-B14F-4D97-AF65-F5344CB8AC3E}">
        <p14:creationId xmlns:p14="http://schemas.microsoft.com/office/powerpoint/2010/main" val="2945622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551EF-0F56-7380-2CEC-278E3C82B8D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A21FE43-F9AF-873F-12DC-C62DCE222F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356B83-E4A4-1733-CB15-650CDA6A73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8000880-DEF9-C870-D41A-257AF81C7B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EBD3D0-7983-3716-840E-841007C7DC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E3CC582-9E61-09F2-ED6F-A84497DCA848}"/>
              </a:ext>
            </a:extLst>
          </p:cNvPr>
          <p:cNvSpPr>
            <a:spLocks noGrp="1"/>
          </p:cNvSpPr>
          <p:nvPr>
            <p:ph type="dt" sz="half" idx="10"/>
          </p:nvPr>
        </p:nvSpPr>
        <p:spPr/>
        <p:txBody>
          <a:bodyPr/>
          <a:lstStyle/>
          <a:p>
            <a:fld id="{075A1B90-0EA0-4287-B143-022275B8001E}" type="datetime1">
              <a:rPr lang="en-US" smtClean="0"/>
              <a:t>1/10/2026</a:t>
            </a:fld>
            <a:endParaRPr lang="en-US"/>
          </a:p>
        </p:txBody>
      </p:sp>
      <p:sp>
        <p:nvSpPr>
          <p:cNvPr id="8" name="Footer Placeholder 7">
            <a:extLst>
              <a:ext uri="{FF2B5EF4-FFF2-40B4-BE49-F238E27FC236}">
                <a16:creationId xmlns:a16="http://schemas.microsoft.com/office/drawing/2014/main" id="{B87ABC7F-691F-23A5-EFD9-E2D6C25AAAE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AA1CCC-BED9-19F8-E438-6EF8AF964BCD}"/>
              </a:ext>
            </a:extLst>
          </p:cNvPr>
          <p:cNvSpPr>
            <a:spLocks noGrp="1"/>
          </p:cNvSpPr>
          <p:nvPr>
            <p:ph type="sldNum" sz="quarter" idx="12"/>
          </p:nvPr>
        </p:nvSpPr>
        <p:spPr/>
        <p:txBody>
          <a:bodyPr/>
          <a:lstStyle/>
          <a:p>
            <a:fld id="{5A19980F-CA33-44C6-913D-F0BB155EDB91}" type="slidenum">
              <a:rPr lang="en-US" smtClean="0"/>
              <a:t>‹#›</a:t>
            </a:fld>
            <a:endParaRPr lang="en-US"/>
          </a:p>
        </p:txBody>
      </p:sp>
    </p:spTree>
    <p:extLst>
      <p:ext uri="{BB962C8B-B14F-4D97-AF65-F5344CB8AC3E}">
        <p14:creationId xmlns:p14="http://schemas.microsoft.com/office/powerpoint/2010/main" val="968366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C15AB-3D43-386F-3A06-9113FA0FA8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5BC75E-F965-77DB-AE2C-918317A9D79F}"/>
              </a:ext>
            </a:extLst>
          </p:cNvPr>
          <p:cNvSpPr>
            <a:spLocks noGrp="1"/>
          </p:cNvSpPr>
          <p:nvPr>
            <p:ph type="dt" sz="half" idx="10"/>
          </p:nvPr>
        </p:nvSpPr>
        <p:spPr/>
        <p:txBody>
          <a:bodyPr/>
          <a:lstStyle/>
          <a:p>
            <a:fld id="{CDE57ACB-D7F4-4F74-8E7A-B6F9AF7C296F}" type="datetime1">
              <a:rPr lang="en-US" smtClean="0"/>
              <a:t>1/10/2026</a:t>
            </a:fld>
            <a:endParaRPr lang="en-US"/>
          </a:p>
        </p:txBody>
      </p:sp>
      <p:sp>
        <p:nvSpPr>
          <p:cNvPr id="4" name="Footer Placeholder 3">
            <a:extLst>
              <a:ext uri="{FF2B5EF4-FFF2-40B4-BE49-F238E27FC236}">
                <a16:creationId xmlns:a16="http://schemas.microsoft.com/office/drawing/2014/main" id="{4A4F854E-48FC-06F6-D842-574526E059F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4CCAA8-DB6E-1BCC-C747-480A7A1C0DC9}"/>
              </a:ext>
            </a:extLst>
          </p:cNvPr>
          <p:cNvSpPr>
            <a:spLocks noGrp="1"/>
          </p:cNvSpPr>
          <p:nvPr>
            <p:ph type="sldNum" sz="quarter" idx="12"/>
          </p:nvPr>
        </p:nvSpPr>
        <p:spPr/>
        <p:txBody>
          <a:bodyPr/>
          <a:lstStyle/>
          <a:p>
            <a:fld id="{5A19980F-CA33-44C6-913D-F0BB155EDB91}" type="slidenum">
              <a:rPr lang="en-US" smtClean="0"/>
              <a:t>‹#›</a:t>
            </a:fld>
            <a:endParaRPr lang="en-US"/>
          </a:p>
        </p:txBody>
      </p:sp>
    </p:spTree>
    <p:extLst>
      <p:ext uri="{BB962C8B-B14F-4D97-AF65-F5344CB8AC3E}">
        <p14:creationId xmlns:p14="http://schemas.microsoft.com/office/powerpoint/2010/main" val="2581728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3C8E2E-2338-9545-71E7-F9244D57FA63}"/>
              </a:ext>
            </a:extLst>
          </p:cNvPr>
          <p:cNvSpPr>
            <a:spLocks noGrp="1"/>
          </p:cNvSpPr>
          <p:nvPr>
            <p:ph type="dt" sz="half" idx="10"/>
          </p:nvPr>
        </p:nvSpPr>
        <p:spPr/>
        <p:txBody>
          <a:bodyPr/>
          <a:lstStyle/>
          <a:p>
            <a:fld id="{35953C48-3126-4B8C-BA5D-5C2D1C17E65A}" type="datetime1">
              <a:rPr lang="en-US" smtClean="0"/>
              <a:t>1/10/2026</a:t>
            </a:fld>
            <a:endParaRPr lang="en-US"/>
          </a:p>
        </p:txBody>
      </p:sp>
      <p:sp>
        <p:nvSpPr>
          <p:cNvPr id="3" name="Footer Placeholder 2">
            <a:extLst>
              <a:ext uri="{FF2B5EF4-FFF2-40B4-BE49-F238E27FC236}">
                <a16:creationId xmlns:a16="http://schemas.microsoft.com/office/drawing/2014/main" id="{8807F12A-9AAC-457A-8A71-254D1FB71D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9043E1F-B697-ADA5-DCE7-BE13D391DC68}"/>
              </a:ext>
            </a:extLst>
          </p:cNvPr>
          <p:cNvSpPr>
            <a:spLocks noGrp="1"/>
          </p:cNvSpPr>
          <p:nvPr>
            <p:ph type="sldNum" sz="quarter" idx="12"/>
          </p:nvPr>
        </p:nvSpPr>
        <p:spPr/>
        <p:txBody>
          <a:bodyPr/>
          <a:lstStyle/>
          <a:p>
            <a:fld id="{5A19980F-CA33-44C6-913D-F0BB155EDB91}" type="slidenum">
              <a:rPr lang="en-US" smtClean="0"/>
              <a:t>‹#›</a:t>
            </a:fld>
            <a:endParaRPr lang="en-US"/>
          </a:p>
        </p:txBody>
      </p:sp>
    </p:spTree>
    <p:extLst>
      <p:ext uri="{BB962C8B-B14F-4D97-AF65-F5344CB8AC3E}">
        <p14:creationId xmlns:p14="http://schemas.microsoft.com/office/powerpoint/2010/main" val="3484671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8E98-4981-A0E9-70FD-ABAFFD4988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87F5EDD-3FF0-4772-1ECB-B434D3EAF0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0C203F0-D175-9FBD-604C-E2E14681C1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8E71B5-7992-4AE8-3EE0-68456433A8BA}"/>
              </a:ext>
            </a:extLst>
          </p:cNvPr>
          <p:cNvSpPr>
            <a:spLocks noGrp="1"/>
          </p:cNvSpPr>
          <p:nvPr>
            <p:ph type="dt" sz="half" idx="10"/>
          </p:nvPr>
        </p:nvSpPr>
        <p:spPr/>
        <p:txBody>
          <a:bodyPr/>
          <a:lstStyle/>
          <a:p>
            <a:fld id="{BE5C8504-3373-4970-AEFA-A75973C3F51C}" type="datetime1">
              <a:rPr lang="en-US" smtClean="0"/>
              <a:t>1/10/2026</a:t>
            </a:fld>
            <a:endParaRPr lang="en-US"/>
          </a:p>
        </p:txBody>
      </p:sp>
      <p:sp>
        <p:nvSpPr>
          <p:cNvPr id="6" name="Footer Placeholder 5">
            <a:extLst>
              <a:ext uri="{FF2B5EF4-FFF2-40B4-BE49-F238E27FC236}">
                <a16:creationId xmlns:a16="http://schemas.microsoft.com/office/drawing/2014/main" id="{02670537-D6AA-D5A6-DA30-C696FB4BF5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AADBF6-0111-6E4D-F8A1-1BE7ADDFC280}"/>
              </a:ext>
            </a:extLst>
          </p:cNvPr>
          <p:cNvSpPr>
            <a:spLocks noGrp="1"/>
          </p:cNvSpPr>
          <p:nvPr>
            <p:ph type="sldNum" sz="quarter" idx="12"/>
          </p:nvPr>
        </p:nvSpPr>
        <p:spPr/>
        <p:txBody>
          <a:bodyPr/>
          <a:lstStyle/>
          <a:p>
            <a:fld id="{5A19980F-CA33-44C6-913D-F0BB155EDB91}" type="slidenum">
              <a:rPr lang="en-US" smtClean="0"/>
              <a:t>‹#›</a:t>
            </a:fld>
            <a:endParaRPr lang="en-US"/>
          </a:p>
        </p:txBody>
      </p:sp>
    </p:spTree>
    <p:extLst>
      <p:ext uri="{BB962C8B-B14F-4D97-AF65-F5344CB8AC3E}">
        <p14:creationId xmlns:p14="http://schemas.microsoft.com/office/powerpoint/2010/main" val="378635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5D246-9B0D-292D-FE7C-C8D9F390A9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44048EA-6690-81FE-84FE-C4070CD581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9CE3933-8FD9-8596-D61E-7E590922BB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61ADC6-2CAF-98EC-8915-AD6E287CD313}"/>
              </a:ext>
            </a:extLst>
          </p:cNvPr>
          <p:cNvSpPr>
            <a:spLocks noGrp="1"/>
          </p:cNvSpPr>
          <p:nvPr>
            <p:ph type="dt" sz="half" idx="10"/>
          </p:nvPr>
        </p:nvSpPr>
        <p:spPr/>
        <p:txBody>
          <a:bodyPr/>
          <a:lstStyle/>
          <a:p>
            <a:fld id="{36DE2D24-12CD-4AB9-B930-9C85E022DEA8}" type="datetime1">
              <a:rPr lang="en-US" smtClean="0"/>
              <a:t>1/10/2026</a:t>
            </a:fld>
            <a:endParaRPr lang="en-US"/>
          </a:p>
        </p:txBody>
      </p:sp>
      <p:sp>
        <p:nvSpPr>
          <p:cNvPr id="6" name="Footer Placeholder 5">
            <a:extLst>
              <a:ext uri="{FF2B5EF4-FFF2-40B4-BE49-F238E27FC236}">
                <a16:creationId xmlns:a16="http://schemas.microsoft.com/office/drawing/2014/main" id="{C9271615-F6F1-EB7E-6945-CC9AA03393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D9BA8C-FE58-5565-5998-B0541C53EB87}"/>
              </a:ext>
            </a:extLst>
          </p:cNvPr>
          <p:cNvSpPr>
            <a:spLocks noGrp="1"/>
          </p:cNvSpPr>
          <p:nvPr>
            <p:ph type="sldNum" sz="quarter" idx="12"/>
          </p:nvPr>
        </p:nvSpPr>
        <p:spPr/>
        <p:txBody>
          <a:bodyPr/>
          <a:lstStyle/>
          <a:p>
            <a:fld id="{5A19980F-CA33-44C6-913D-F0BB155EDB91}" type="slidenum">
              <a:rPr lang="en-US" smtClean="0"/>
              <a:t>‹#›</a:t>
            </a:fld>
            <a:endParaRPr lang="en-US"/>
          </a:p>
        </p:txBody>
      </p:sp>
    </p:spTree>
    <p:extLst>
      <p:ext uri="{BB962C8B-B14F-4D97-AF65-F5344CB8AC3E}">
        <p14:creationId xmlns:p14="http://schemas.microsoft.com/office/powerpoint/2010/main" val="1396983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F8B28-B8EA-04B3-A024-97618711333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3A5ABED-CAB2-D24E-87A8-7252BA3338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1FCAD5-4DAC-76BB-2B16-A4A595332CFF}"/>
              </a:ext>
            </a:extLst>
          </p:cNvPr>
          <p:cNvSpPr>
            <a:spLocks noGrp="1"/>
          </p:cNvSpPr>
          <p:nvPr>
            <p:ph type="dt" sz="half" idx="10"/>
          </p:nvPr>
        </p:nvSpPr>
        <p:spPr/>
        <p:txBody>
          <a:bodyPr/>
          <a:lstStyle/>
          <a:p>
            <a:fld id="{3D1DA5D3-AF24-44CF-B2B2-17B88C65D998}" type="datetime1">
              <a:rPr lang="en-US" smtClean="0"/>
              <a:t>1/10/2026</a:t>
            </a:fld>
            <a:endParaRPr lang="en-US"/>
          </a:p>
        </p:txBody>
      </p:sp>
      <p:sp>
        <p:nvSpPr>
          <p:cNvPr id="5" name="Footer Placeholder 4">
            <a:extLst>
              <a:ext uri="{FF2B5EF4-FFF2-40B4-BE49-F238E27FC236}">
                <a16:creationId xmlns:a16="http://schemas.microsoft.com/office/drawing/2014/main" id="{CC55E59E-F540-F72E-3837-FA43D1D524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62451B-0EE7-C09E-7FB0-580F5BD27888}"/>
              </a:ext>
            </a:extLst>
          </p:cNvPr>
          <p:cNvSpPr>
            <a:spLocks noGrp="1"/>
          </p:cNvSpPr>
          <p:nvPr>
            <p:ph type="sldNum" sz="quarter" idx="12"/>
          </p:nvPr>
        </p:nvSpPr>
        <p:spPr/>
        <p:txBody>
          <a:bodyPr/>
          <a:lstStyle/>
          <a:p>
            <a:fld id="{5A19980F-CA33-44C6-913D-F0BB155EDB91}" type="slidenum">
              <a:rPr lang="en-US" smtClean="0"/>
              <a:t>‹#›</a:t>
            </a:fld>
            <a:endParaRPr lang="en-US"/>
          </a:p>
        </p:txBody>
      </p:sp>
    </p:spTree>
    <p:extLst>
      <p:ext uri="{BB962C8B-B14F-4D97-AF65-F5344CB8AC3E}">
        <p14:creationId xmlns:p14="http://schemas.microsoft.com/office/powerpoint/2010/main" val="2124063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33B4A6-AB62-E6BA-BDA1-6823E5A67D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DB9847-B8FE-329D-3CE8-DD49E02196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E6A9D6-F76B-E7C0-C565-B81634E2B21B}"/>
              </a:ext>
            </a:extLst>
          </p:cNvPr>
          <p:cNvSpPr>
            <a:spLocks noGrp="1"/>
          </p:cNvSpPr>
          <p:nvPr>
            <p:ph type="dt" sz="half" idx="10"/>
          </p:nvPr>
        </p:nvSpPr>
        <p:spPr/>
        <p:txBody>
          <a:bodyPr/>
          <a:lstStyle/>
          <a:p>
            <a:fld id="{98C41E66-C8C4-4B04-9C11-37FE7496F132}" type="datetime1">
              <a:rPr lang="en-US" smtClean="0"/>
              <a:t>1/10/2026</a:t>
            </a:fld>
            <a:endParaRPr lang="en-US"/>
          </a:p>
        </p:txBody>
      </p:sp>
      <p:sp>
        <p:nvSpPr>
          <p:cNvPr id="5" name="Footer Placeholder 4">
            <a:extLst>
              <a:ext uri="{FF2B5EF4-FFF2-40B4-BE49-F238E27FC236}">
                <a16:creationId xmlns:a16="http://schemas.microsoft.com/office/drawing/2014/main" id="{2393A91D-A020-2426-AC69-FD3B79A085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DD20E3-646E-AC3A-D1C2-64180D9E1FF0}"/>
              </a:ext>
            </a:extLst>
          </p:cNvPr>
          <p:cNvSpPr>
            <a:spLocks noGrp="1"/>
          </p:cNvSpPr>
          <p:nvPr>
            <p:ph type="sldNum" sz="quarter" idx="12"/>
          </p:nvPr>
        </p:nvSpPr>
        <p:spPr/>
        <p:txBody>
          <a:bodyPr/>
          <a:lstStyle/>
          <a:p>
            <a:fld id="{5A19980F-CA33-44C6-913D-F0BB155EDB91}" type="slidenum">
              <a:rPr lang="en-US" smtClean="0"/>
              <a:t>‹#›</a:t>
            </a:fld>
            <a:endParaRPr lang="en-US"/>
          </a:p>
        </p:txBody>
      </p:sp>
    </p:spTree>
    <p:extLst>
      <p:ext uri="{BB962C8B-B14F-4D97-AF65-F5344CB8AC3E}">
        <p14:creationId xmlns:p14="http://schemas.microsoft.com/office/powerpoint/2010/main" val="4278202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F02B37-6C84-84F6-3B20-F5B6DC8E45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B0778A-A64B-359B-9FE3-2CE22F18BF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B6C180-4698-3B40-C572-9DA538A697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F7A1B8-FC5F-4ED3-B2C6-73C22B07E879}" type="datetime1">
              <a:rPr lang="en-US" smtClean="0"/>
              <a:t>1/10/2026</a:t>
            </a:fld>
            <a:endParaRPr lang="en-US"/>
          </a:p>
        </p:txBody>
      </p:sp>
      <p:sp>
        <p:nvSpPr>
          <p:cNvPr id="5" name="Footer Placeholder 4">
            <a:extLst>
              <a:ext uri="{FF2B5EF4-FFF2-40B4-BE49-F238E27FC236}">
                <a16:creationId xmlns:a16="http://schemas.microsoft.com/office/drawing/2014/main" id="{3049B1D7-E820-DE6D-6BB6-6801FF9049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8A40239-9137-F1EA-8958-F965B45768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19980F-CA33-44C6-913D-F0BB155EDB91}" type="slidenum">
              <a:rPr lang="en-US" smtClean="0"/>
              <a:t>‹#›</a:t>
            </a:fld>
            <a:endParaRPr lang="en-US"/>
          </a:p>
        </p:txBody>
      </p:sp>
    </p:spTree>
    <p:extLst>
      <p:ext uri="{BB962C8B-B14F-4D97-AF65-F5344CB8AC3E}">
        <p14:creationId xmlns:p14="http://schemas.microsoft.com/office/powerpoint/2010/main" val="41008380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jpe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ue text on a black background&#10;&#10;AI-generated content may be incorrect.">
            <a:extLst>
              <a:ext uri="{FF2B5EF4-FFF2-40B4-BE49-F238E27FC236}">
                <a16:creationId xmlns:a16="http://schemas.microsoft.com/office/drawing/2014/main" id="{AF2124F0-B8FE-5600-B967-BBFF9F1AF317}"/>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2752724" y="74371"/>
            <a:ext cx="7353907" cy="1247775"/>
          </a:xfrm>
          <a:prstGeom prst="rect">
            <a:avLst/>
          </a:prstGeom>
        </p:spPr>
      </p:pic>
      <p:sp>
        <p:nvSpPr>
          <p:cNvPr id="8" name="Rectangle: Rounded Corners 7">
            <a:extLst>
              <a:ext uri="{FF2B5EF4-FFF2-40B4-BE49-F238E27FC236}">
                <a16:creationId xmlns:a16="http://schemas.microsoft.com/office/drawing/2014/main" id="{72BC4766-35C8-968C-E951-3651BEAC4E18}"/>
              </a:ext>
            </a:extLst>
          </p:cNvPr>
          <p:cNvSpPr>
            <a:spLocks noGrp="1" noRot="1" noMove="1" noResize="1" noEditPoints="1" noAdjustHandles="1" noChangeArrowheads="1" noChangeShapeType="1"/>
          </p:cNvSpPr>
          <p:nvPr/>
        </p:nvSpPr>
        <p:spPr>
          <a:xfrm>
            <a:off x="3659124" y="1623979"/>
            <a:ext cx="4873752" cy="764823"/>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latin typeface="Aptos Display" panose="020B0004020202020204" pitchFamily="34" charset="0"/>
                <a:cs typeface="Times New Roman" panose="02020603050405020304" pitchFamily="18" charset="0"/>
              </a:rPr>
              <a:t>ĐỒ ÁN CƠ SỞ NGÀNH  </a:t>
            </a:r>
          </a:p>
        </p:txBody>
      </p:sp>
      <p:sp>
        <p:nvSpPr>
          <p:cNvPr id="9" name="TextBox 8">
            <a:extLst>
              <a:ext uri="{FF2B5EF4-FFF2-40B4-BE49-F238E27FC236}">
                <a16:creationId xmlns:a16="http://schemas.microsoft.com/office/drawing/2014/main" id="{D42FF851-19C8-CDCF-C8E7-813601086200}"/>
              </a:ext>
            </a:extLst>
          </p:cNvPr>
          <p:cNvSpPr txBox="1">
            <a:spLocks noGrp="1" noRot="1" noMove="1" noResize="1" noEditPoints="1" noAdjustHandles="1" noChangeArrowheads="1" noChangeShapeType="1"/>
          </p:cNvSpPr>
          <p:nvPr/>
        </p:nvSpPr>
        <p:spPr>
          <a:xfrm>
            <a:off x="444930" y="2765006"/>
            <a:ext cx="11969496" cy="1077218"/>
          </a:xfrm>
          <a:prstGeom prst="rect">
            <a:avLst/>
          </a:prstGeom>
          <a:noFill/>
        </p:spPr>
        <p:txBody>
          <a:bodyPr wrap="square" rtlCol="0">
            <a:spAutoFit/>
          </a:bodyPr>
          <a:lstStyle/>
          <a:p>
            <a:pPr algn="ctr"/>
            <a:r>
              <a:rPr lang="en-US" sz="3200" b="1"/>
              <a:t>TÌM HIỂU VỀ SUPPORT VECTOR MACHINE (SVM) </a:t>
            </a:r>
          </a:p>
          <a:p>
            <a:pPr algn="ctr"/>
            <a:r>
              <a:rPr lang="en-US" sz="3200" b="1"/>
              <a:t>TRONG PHÂN LOẠI VÀ XÂY DỰNG CÔNG CỤ LỌC EMAIL SPAM</a:t>
            </a:r>
          </a:p>
        </p:txBody>
      </p:sp>
      <p:sp>
        <p:nvSpPr>
          <p:cNvPr id="10" name="TextBox 9">
            <a:extLst>
              <a:ext uri="{FF2B5EF4-FFF2-40B4-BE49-F238E27FC236}">
                <a16:creationId xmlns:a16="http://schemas.microsoft.com/office/drawing/2014/main" id="{6A8843BD-6167-30C1-A62B-942872204518}"/>
              </a:ext>
            </a:extLst>
          </p:cNvPr>
          <p:cNvSpPr txBox="1">
            <a:spLocks noGrp="1" noRot="1" noMove="1" noResize="1" noEditPoints="1" noAdjustHandles="1" noChangeArrowheads="1" noChangeShapeType="1"/>
          </p:cNvSpPr>
          <p:nvPr/>
        </p:nvSpPr>
        <p:spPr>
          <a:xfrm>
            <a:off x="3137916" y="5535853"/>
            <a:ext cx="5916168" cy="923330"/>
          </a:xfrm>
          <a:prstGeom prst="rect">
            <a:avLst/>
          </a:prstGeom>
          <a:noFill/>
        </p:spPr>
        <p:txBody>
          <a:bodyPr wrap="square" rtlCol="0">
            <a:spAutoFit/>
          </a:bodyPr>
          <a:lstStyle/>
          <a:p>
            <a:pPr algn="ctr"/>
            <a:r>
              <a:rPr lang="en-US"/>
              <a:t>Giảng viên hướng dẫn: TS. Đoàn Phước Miền</a:t>
            </a:r>
          </a:p>
          <a:p>
            <a:pPr algn="ctr"/>
            <a:r>
              <a:rPr lang="en-US"/>
              <a:t>Sinh viên thực hiện: Lê Quốc Tuấn Lớp - DA23TTB</a:t>
            </a:r>
          </a:p>
          <a:p>
            <a:endParaRPr lang="en-US"/>
          </a:p>
        </p:txBody>
      </p:sp>
      <p:cxnSp>
        <p:nvCxnSpPr>
          <p:cNvPr id="13" name="Straight Connector 12">
            <a:extLst>
              <a:ext uri="{FF2B5EF4-FFF2-40B4-BE49-F238E27FC236}">
                <a16:creationId xmlns:a16="http://schemas.microsoft.com/office/drawing/2014/main" id="{69B01819-2F75-4827-4F18-81575C3ADFE7}"/>
              </a:ext>
            </a:extLst>
          </p:cNvPr>
          <p:cNvCxnSpPr>
            <a:cxnSpLocks noGrp="1" noRot="1" noMove="1" noResize="1" noEditPoints="1" noAdjustHandles="1" noChangeArrowheads="1" noChangeShapeType="1"/>
          </p:cNvCxnSpPr>
          <p:nvPr/>
        </p:nvCxnSpPr>
        <p:spPr>
          <a:xfrm>
            <a:off x="3727704" y="5535853"/>
            <a:ext cx="4425696" cy="0"/>
          </a:xfrm>
          <a:prstGeom prst="line">
            <a:avLst/>
          </a:prstGeom>
        </p:spPr>
        <p:style>
          <a:lnRef idx="2">
            <a:schemeClr val="accent2"/>
          </a:lnRef>
          <a:fillRef idx="0">
            <a:schemeClr val="accent2"/>
          </a:fillRef>
          <a:effectRef idx="1">
            <a:schemeClr val="accent2"/>
          </a:effectRef>
          <a:fontRef idx="minor">
            <a:schemeClr val="tx1"/>
          </a:fontRef>
        </p:style>
      </p:cxnSp>
      <p:sp>
        <p:nvSpPr>
          <p:cNvPr id="16" name="Parallelogram 15">
            <a:extLst>
              <a:ext uri="{FF2B5EF4-FFF2-40B4-BE49-F238E27FC236}">
                <a16:creationId xmlns:a16="http://schemas.microsoft.com/office/drawing/2014/main" id="{D7EEAA17-55B2-1FE7-AF88-2BDD42790C24}"/>
              </a:ext>
            </a:extLst>
          </p:cNvPr>
          <p:cNvSpPr>
            <a:spLocks noGrp="1" noRot="1" noMove="1" noResize="1" noEditPoints="1" noAdjustHandles="1" noChangeArrowheads="1" noChangeShapeType="1"/>
          </p:cNvSpPr>
          <p:nvPr/>
        </p:nvSpPr>
        <p:spPr>
          <a:xfrm>
            <a:off x="-1127838" y="5997518"/>
            <a:ext cx="2459736" cy="1077218"/>
          </a:xfrm>
          <a:prstGeom prst="parallelogram">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arallelogram 17">
            <a:extLst>
              <a:ext uri="{FF2B5EF4-FFF2-40B4-BE49-F238E27FC236}">
                <a16:creationId xmlns:a16="http://schemas.microsoft.com/office/drawing/2014/main" id="{2E77EA91-C59A-2DA7-CB1F-83BFD988CE2A}"/>
              </a:ext>
            </a:extLst>
          </p:cNvPr>
          <p:cNvSpPr>
            <a:spLocks noGrp="1" noRot="1" noMove="1" noResize="1" noEditPoints="1" noAdjustHandles="1" noChangeArrowheads="1" noChangeShapeType="1"/>
          </p:cNvSpPr>
          <p:nvPr/>
        </p:nvSpPr>
        <p:spPr>
          <a:xfrm>
            <a:off x="28878" y="6245020"/>
            <a:ext cx="12163122" cy="1077218"/>
          </a:xfrm>
          <a:custGeom>
            <a:avLst/>
            <a:gdLst>
              <a:gd name="csX0" fmla="*/ 0 w 12163122"/>
              <a:gd name="csY0" fmla="*/ 1077218 h 1077218"/>
              <a:gd name="csX1" fmla="*/ 269305 w 12163122"/>
              <a:gd name="csY1" fmla="*/ 0 h 1077218"/>
              <a:gd name="csX2" fmla="*/ 12163122 w 12163122"/>
              <a:gd name="csY2" fmla="*/ 0 h 1077218"/>
              <a:gd name="csX3" fmla="*/ 11893818 w 12163122"/>
              <a:gd name="csY3" fmla="*/ 1077218 h 1077218"/>
              <a:gd name="csX4" fmla="*/ 0 w 12163122"/>
              <a:gd name="csY4" fmla="*/ 1077218 h 1077218"/>
              <a:gd name="csX0" fmla="*/ 0 w 12163122"/>
              <a:gd name="csY0" fmla="*/ 1077218 h 1077218"/>
              <a:gd name="csX1" fmla="*/ 269305 w 12163122"/>
              <a:gd name="csY1" fmla="*/ 0 h 1077218"/>
              <a:gd name="csX2" fmla="*/ 12163122 w 12163122"/>
              <a:gd name="csY2" fmla="*/ 0 h 1077218"/>
              <a:gd name="csX3" fmla="*/ 11855718 w 12163122"/>
              <a:gd name="csY3" fmla="*/ 1064518 h 1077218"/>
              <a:gd name="csX4" fmla="*/ 0 w 12163122"/>
              <a:gd name="csY4" fmla="*/ 1077218 h 1077218"/>
            </a:gdLst>
            <a:ahLst/>
            <a:cxnLst>
              <a:cxn ang="0">
                <a:pos x="csX0" y="csY0"/>
              </a:cxn>
              <a:cxn ang="0">
                <a:pos x="csX1" y="csY1"/>
              </a:cxn>
              <a:cxn ang="0">
                <a:pos x="csX2" y="csY2"/>
              </a:cxn>
              <a:cxn ang="0">
                <a:pos x="csX3" y="csY3"/>
              </a:cxn>
              <a:cxn ang="0">
                <a:pos x="csX4" y="csY4"/>
              </a:cxn>
            </a:cxnLst>
            <a:rect l="l" t="t" r="r" b="b"/>
            <a:pathLst>
              <a:path w="12163122" h="1077218">
                <a:moveTo>
                  <a:pt x="0" y="1077218"/>
                </a:moveTo>
                <a:lnTo>
                  <a:pt x="269305" y="0"/>
                </a:lnTo>
                <a:lnTo>
                  <a:pt x="12163122" y="0"/>
                </a:lnTo>
                <a:lnTo>
                  <a:pt x="11855718" y="1064518"/>
                </a:lnTo>
                <a:lnTo>
                  <a:pt x="0" y="1077218"/>
                </a:ln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E183FBD2-A9DD-2B14-356D-6B6ACAF699E4}"/>
              </a:ext>
            </a:extLst>
          </p:cNvPr>
          <p:cNvSpPr>
            <a:spLocks noGrp="1"/>
          </p:cNvSpPr>
          <p:nvPr>
            <p:ph type="sldNum" sz="quarter" idx="12"/>
          </p:nvPr>
        </p:nvSpPr>
        <p:spPr/>
        <p:txBody>
          <a:bodyPr/>
          <a:lstStyle/>
          <a:p>
            <a:fld id="{5A19980F-CA33-44C6-913D-F0BB155EDB91}" type="slidenum">
              <a:rPr lang="en-US" smtClean="0"/>
              <a:t>1</a:t>
            </a:fld>
            <a:endParaRPr lang="en-US"/>
          </a:p>
        </p:txBody>
      </p:sp>
    </p:spTree>
    <p:extLst>
      <p:ext uri="{BB962C8B-B14F-4D97-AF65-F5344CB8AC3E}">
        <p14:creationId xmlns:p14="http://schemas.microsoft.com/office/powerpoint/2010/main" val="2733146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9466FDD-6691-0853-216D-226FDB104F1F}"/>
              </a:ext>
            </a:extLst>
          </p:cNvPr>
          <p:cNvSpPr/>
          <p:nvPr/>
        </p:nvSpPr>
        <p:spPr>
          <a:xfrm>
            <a:off x="482600" y="101600"/>
            <a:ext cx="11226800" cy="584200"/>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latin typeface="Aptos Display" panose="020B0004020202020204" pitchFamily="34" charset="0"/>
              </a:rPr>
              <a:t>NỘI DUNG TRÌNH BÀY</a:t>
            </a:r>
          </a:p>
        </p:txBody>
      </p:sp>
      <p:sp>
        <p:nvSpPr>
          <p:cNvPr id="5" name="Parallelogram 4">
            <a:extLst>
              <a:ext uri="{FF2B5EF4-FFF2-40B4-BE49-F238E27FC236}">
                <a16:creationId xmlns:a16="http://schemas.microsoft.com/office/drawing/2014/main" id="{0D7DBC9C-CD92-9BD2-733D-55CED4989906}"/>
              </a:ext>
            </a:extLst>
          </p:cNvPr>
          <p:cNvSpPr/>
          <p:nvPr/>
        </p:nvSpPr>
        <p:spPr>
          <a:xfrm>
            <a:off x="0" y="1092200"/>
            <a:ext cx="12192000" cy="5321300"/>
          </a:xfrm>
          <a:prstGeom prst="parallelogram">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4400" b="1"/>
              <a:t>1. TỔNG QUAN VỀ ĐỀ TÀI</a:t>
            </a:r>
          </a:p>
          <a:p>
            <a:pPr>
              <a:lnSpc>
                <a:spcPct val="150000"/>
              </a:lnSpc>
            </a:pPr>
            <a:r>
              <a:rPr lang="en-US" sz="4400" b="1"/>
              <a:t>2. CƠ SỞ LÝ THUYẾT</a:t>
            </a:r>
          </a:p>
          <a:p>
            <a:pPr>
              <a:lnSpc>
                <a:spcPct val="150000"/>
              </a:lnSpc>
            </a:pPr>
            <a:r>
              <a:rPr lang="en-US" sz="4400" b="1"/>
              <a:t>3. HIỆN THỰC HÓA NGHIÊN CỨU</a:t>
            </a:r>
          </a:p>
          <a:p>
            <a:pPr>
              <a:lnSpc>
                <a:spcPct val="150000"/>
              </a:lnSpc>
            </a:pPr>
            <a:r>
              <a:rPr lang="en-US" sz="4400" b="1"/>
              <a:t>4. KẾT QUẢ NGHIÊN CỨU</a:t>
            </a:r>
          </a:p>
          <a:p>
            <a:pPr>
              <a:lnSpc>
                <a:spcPct val="150000"/>
              </a:lnSpc>
            </a:pPr>
            <a:r>
              <a:rPr lang="en-US" sz="4400" b="1"/>
              <a:t>5. TỔNG KẾT</a:t>
            </a:r>
          </a:p>
        </p:txBody>
      </p:sp>
      <p:sp>
        <p:nvSpPr>
          <p:cNvPr id="2" name="Slide Number Placeholder 1">
            <a:extLst>
              <a:ext uri="{FF2B5EF4-FFF2-40B4-BE49-F238E27FC236}">
                <a16:creationId xmlns:a16="http://schemas.microsoft.com/office/drawing/2014/main" id="{83F6DD20-B5B5-23A5-50CD-B56FF6C4C819}"/>
              </a:ext>
            </a:extLst>
          </p:cNvPr>
          <p:cNvSpPr>
            <a:spLocks noGrp="1"/>
          </p:cNvSpPr>
          <p:nvPr>
            <p:ph type="sldNum" sz="quarter" idx="12"/>
          </p:nvPr>
        </p:nvSpPr>
        <p:spPr/>
        <p:txBody>
          <a:bodyPr/>
          <a:lstStyle/>
          <a:p>
            <a:fld id="{5A19980F-CA33-44C6-913D-F0BB155EDB91}" type="slidenum">
              <a:rPr lang="en-US" smtClean="0"/>
              <a:t>2</a:t>
            </a:fld>
            <a:endParaRPr lang="en-US"/>
          </a:p>
        </p:txBody>
      </p:sp>
    </p:spTree>
    <p:extLst>
      <p:ext uri="{BB962C8B-B14F-4D97-AF65-F5344CB8AC3E}">
        <p14:creationId xmlns:p14="http://schemas.microsoft.com/office/powerpoint/2010/main" val="400269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6AC70-6265-744D-B3AF-CDF19274CB4D}"/>
            </a:ext>
          </a:extLst>
        </p:cNvPr>
        <p:cNvGrpSpPr/>
        <p:nvPr/>
      </p:nvGrpSpPr>
      <p:grpSpPr>
        <a:xfrm>
          <a:off x="0" y="0"/>
          <a:ext cx="0" cy="0"/>
          <a:chOff x="0" y="0"/>
          <a:chExt cx="0" cy="0"/>
        </a:xfrm>
      </p:grpSpPr>
      <p:sp>
        <p:nvSpPr>
          <p:cNvPr id="4" name="Rectangle: Diagonal Corners Snipped 3">
            <a:extLst>
              <a:ext uri="{FF2B5EF4-FFF2-40B4-BE49-F238E27FC236}">
                <a16:creationId xmlns:a16="http://schemas.microsoft.com/office/drawing/2014/main" id="{23507FF5-37F3-B0DC-B4F8-1809EEF29284}"/>
              </a:ext>
            </a:extLst>
          </p:cNvPr>
          <p:cNvSpPr/>
          <p:nvPr/>
        </p:nvSpPr>
        <p:spPr>
          <a:xfrm>
            <a:off x="317500" y="127000"/>
            <a:ext cx="4165600" cy="736600"/>
          </a:xfrm>
          <a:prstGeom prst="snip2Diag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1. TỔNG QUAN ĐỀ TÀI</a:t>
            </a:r>
          </a:p>
        </p:txBody>
      </p:sp>
      <p:sp>
        <p:nvSpPr>
          <p:cNvPr id="2" name="TextBox 1">
            <a:extLst>
              <a:ext uri="{FF2B5EF4-FFF2-40B4-BE49-F238E27FC236}">
                <a16:creationId xmlns:a16="http://schemas.microsoft.com/office/drawing/2014/main" id="{7E5D8661-4144-8515-AB12-1E54D0DE3A35}"/>
              </a:ext>
            </a:extLst>
          </p:cNvPr>
          <p:cNvSpPr txBox="1"/>
          <p:nvPr/>
        </p:nvSpPr>
        <p:spPr>
          <a:xfrm>
            <a:off x="139148" y="1003853"/>
            <a:ext cx="5740542" cy="2308324"/>
          </a:xfrm>
          <a:prstGeom prst="rect">
            <a:avLst/>
          </a:prstGeom>
          <a:noFill/>
        </p:spPr>
        <p:txBody>
          <a:bodyPr wrap="square" rtlCol="0">
            <a:spAutoFit/>
          </a:bodyPr>
          <a:lstStyle/>
          <a:p>
            <a:r>
              <a:rPr lang="en-US"/>
              <a:t>- Thực trạng Email Spam: </a:t>
            </a:r>
          </a:p>
          <a:p>
            <a:r>
              <a:rPr lang="en-US"/>
              <a:t>+ </a:t>
            </a:r>
            <a:r>
              <a:rPr lang="vi-VN"/>
              <a:t>Email spam ngày càng gia tăng với nhiều hình thức như quảng cáo, lừa đảo, mã độc.</a:t>
            </a:r>
            <a:endParaRPr lang="en-US"/>
          </a:p>
          <a:p>
            <a:r>
              <a:rPr lang="en-US"/>
              <a:t>+ </a:t>
            </a:r>
            <a:r>
              <a:rPr lang="vi-VN"/>
              <a:t>Spam gây phiền toái cho người dùng, làm mất thời gian và tiềm ẩn rủi ro về bảo mật thông tin.</a:t>
            </a:r>
            <a:endParaRPr lang="en-US"/>
          </a:p>
          <a:p>
            <a:r>
              <a:rPr lang="en-US"/>
              <a:t>+ </a:t>
            </a:r>
            <a:r>
              <a:rPr lang="vi-VN"/>
              <a:t>Các phương pháp lọc thủ công hoặc dựa trên quy tắc cố định không còn hiệu quả trước sự thay đổi liên tục của spam.</a:t>
            </a:r>
            <a:endParaRPr lang="en-US"/>
          </a:p>
        </p:txBody>
      </p:sp>
      <p:sp>
        <p:nvSpPr>
          <p:cNvPr id="3" name="TextBox 2">
            <a:extLst>
              <a:ext uri="{FF2B5EF4-FFF2-40B4-BE49-F238E27FC236}">
                <a16:creationId xmlns:a16="http://schemas.microsoft.com/office/drawing/2014/main" id="{6BBC2B37-19AF-B302-6E91-7BED20140519}"/>
              </a:ext>
            </a:extLst>
          </p:cNvPr>
          <p:cNvSpPr txBox="1"/>
          <p:nvPr/>
        </p:nvSpPr>
        <p:spPr>
          <a:xfrm>
            <a:off x="6312310" y="1003853"/>
            <a:ext cx="5740542" cy="2031325"/>
          </a:xfrm>
          <a:prstGeom prst="rect">
            <a:avLst/>
          </a:prstGeom>
          <a:noFill/>
        </p:spPr>
        <p:txBody>
          <a:bodyPr wrap="square" rtlCol="0">
            <a:spAutoFit/>
          </a:bodyPr>
          <a:lstStyle/>
          <a:p>
            <a:r>
              <a:rPr lang="en-US"/>
              <a:t>- Giải pháp đặt ra:</a:t>
            </a:r>
          </a:p>
          <a:p>
            <a:r>
              <a:rPr lang="en-US"/>
              <a:t>+ Cần một hệ thống có khả năng tự động phân loại email spam và không spam.</a:t>
            </a:r>
          </a:p>
          <a:p>
            <a:r>
              <a:rPr lang="en-US"/>
              <a:t>+ Hệ thống phải xử lý nhanh, chính xác và thích nghi với dữ liệu mới.</a:t>
            </a:r>
          </a:p>
          <a:p>
            <a:r>
              <a:rPr lang="en-US"/>
              <a:t>+ </a:t>
            </a:r>
            <a:r>
              <a:rPr lang="vi-VN"/>
              <a:t>Lọc email tự động giúp giảm tải cho người dùng và nâng cao trải nghiệm sử dụng email.</a:t>
            </a:r>
            <a:endParaRPr lang="en-US"/>
          </a:p>
        </p:txBody>
      </p:sp>
      <p:sp>
        <p:nvSpPr>
          <p:cNvPr id="5" name="Arrow: Right 4">
            <a:extLst>
              <a:ext uri="{FF2B5EF4-FFF2-40B4-BE49-F238E27FC236}">
                <a16:creationId xmlns:a16="http://schemas.microsoft.com/office/drawing/2014/main" id="{A5A13F0E-1E77-B367-BD1C-D6FEEB68913E}"/>
              </a:ext>
            </a:extLst>
          </p:cNvPr>
          <p:cNvSpPr/>
          <p:nvPr/>
        </p:nvSpPr>
        <p:spPr>
          <a:xfrm>
            <a:off x="1045853" y="5016801"/>
            <a:ext cx="1573161" cy="74725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445A14C5-418A-6B3C-465F-3F2D39C1CB2F}"/>
              </a:ext>
            </a:extLst>
          </p:cNvPr>
          <p:cNvSpPr/>
          <p:nvPr/>
        </p:nvSpPr>
        <p:spPr>
          <a:xfrm>
            <a:off x="3081130" y="4316362"/>
            <a:ext cx="7462684" cy="1921991"/>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Giải pháp đề xuất: </a:t>
            </a:r>
          </a:p>
          <a:p>
            <a:r>
              <a:rPr lang="en-US"/>
              <a:t>- Cần hệ thống có khả năng phân loại Email spam/ không spam nhanh và chính xác.</a:t>
            </a:r>
          </a:p>
          <a:p>
            <a:r>
              <a:rPr lang="en-US"/>
              <a:t>- Hệ thống phải hoạt động ổn định với dữ liệu lớn và thay đổi liên tục.</a:t>
            </a:r>
          </a:p>
          <a:p>
            <a:r>
              <a:rPr lang="en-US"/>
              <a:t>- Giảm sự phụ thuộc vào con người và các quy tắc cố định.</a:t>
            </a:r>
          </a:p>
          <a:p>
            <a:pPr algn="ctr"/>
            <a:endParaRPr lang="en-US"/>
          </a:p>
        </p:txBody>
      </p:sp>
      <p:sp>
        <p:nvSpPr>
          <p:cNvPr id="7" name="Slide Number Placeholder 6">
            <a:extLst>
              <a:ext uri="{FF2B5EF4-FFF2-40B4-BE49-F238E27FC236}">
                <a16:creationId xmlns:a16="http://schemas.microsoft.com/office/drawing/2014/main" id="{A0A6AC49-E5DF-5624-A122-6559FEB3681D}"/>
              </a:ext>
            </a:extLst>
          </p:cNvPr>
          <p:cNvSpPr>
            <a:spLocks noGrp="1"/>
          </p:cNvSpPr>
          <p:nvPr>
            <p:ph type="sldNum" sz="quarter" idx="12"/>
          </p:nvPr>
        </p:nvSpPr>
        <p:spPr/>
        <p:txBody>
          <a:bodyPr/>
          <a:lstStyle/>
          <a:p>
            <a:fld id="{5A19980F-CA33-44C6-913D-F0BB155EDB91}" type="slidenum">
              <a:rPr lang="en-US" smtClean="0"/>
              <a:t>3</a:t>
            </a:fld>
            <a:endParaRPr lang="en-US"/>
          </a:p>
        </p:txBody>
      </p:sp>
    </p:spTree>
    <p:extLst>
      <p:ext uri="{BB962C8B-B14F-4D97-AF65-F5344CB8AC3E}">
        <p14:creationId xmlns:p14="http://schemas.microsoft.com/office/powerpoint/2010/main" val="612598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Diagonal Corners Snipped 3">
            <a:extLst>
              <a:ext uri="{FF2B5EF4-FFF2-40B4-BE49-F238E27FC236}">
                <a16:creationId xmlns:a16="http://schemas.microsoft.com/office/drawing/2014/main" id="{56FE71B6-B212-8818-23B0-62BCD8C0D213}"/>
              </a:ext>
            </a:extLst>
          </p:cNvPr>
          <p:cNvSpPr/>
          <p:nvPr/>
        </p:nvSpPr>
        <p:spPr>
          <a:xfrm>
            <a:off x="317500" y="127000"/>
            <a:ext cx="4165600" cy="736600"/>
          </a:xfrm>
          <a:prstGeom prst="snip2Diag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1. TỔNG QUAN ĐỀ TÀI</a:t>
            </a:r>
          </a:p>
        </p:txBody>
      </p:sp>
      <p:sp>
        <p:nvSpPr>
          <p:cNvPr id="6" name="TextBox 5">
            <a:extLst>
              <a:ext uri="{FF2B5EF4-FFF2-40B4-BE49-F238E27FC236}">
                <a16:creationId xmlns:a16="http://schemas.microsoft.com/office/drawing/2014/main" id="{8B58FE04-B82C-ADBE-0D04-02CB8B74CFE2}"/>
              </a:ext>
            </a:extLst>
          </p:cNvPr>
          <p:cNvSpPr txBox="1"/>
          <p:nvPr/>
        </p:nvSpPr>
        <p:spPr>
          <a:xfrm>
            <a:off x="317500" y="1397991"/>
            <a:ext cx="11702221" cy="1938992"/>
          </a:xfrm>
          <a:prstGeom prst="rect">
            <a:avLst/>
          </a:prstGeom>
          <a:noFill/>
        </p:spPr>
        <p:txBody>
          <a:bodyPr wrap="square" rtlCol="0">
            <a:spAutoFit/>
          </a:bodyPr>
          <a:lstStyle/>
          <a:p>
            <a:r>
              <a:rPr lang="en-US" sz="2400"/>
              <a:t>Mục tiêu chung: </a:t>
            </a:r>
          </a:p>
          <a:p>
            <a:pPr marL="285750" indent="-285750">
              <a:buFontTx/>
              <a:buChar char="-"/>
            </a:pPr>
            <a:r>
              <a:rPr lang="vi-VN" sz="2400"/>
              <a:t>Nghiên cứu cơ sở lý thuyết của thuật toán Support Vector Machine (SVM) trong học máy có giám sát.</a:t>
            </a:r>
            <a:endParaRPr lang="en-US" sz="2400"/>
          </a:p>
          <a:p>
            <a:pPr marL="285750" indent="-285750">
              <a:buFontTx/>
              <a:buChar char="-"/>
            </a:pPr>
            <a:r>
              <a:rPr lang="en-US" sz="2400"/>
              <a:t>Phân tích khả năng ứng dụng của SVM trong bài toán phân loại văn bản, cụ thể là lọc email spam.</a:t>
            </a:r>
          </a:p>
        </p:txBody>
      </p:sp>
      <p:sp>
        <p:nvSpPr>
          <p:cNvPr id="7" name="TextBox 6">
            <a:extLst>
              <a:ext uri="{FF2B5EF4-FFF2-40B4-BE49-F238E27FC236}">
                <a16:creationId xmlns:a16="http://schemas.microsoft.com/office/drawing/2014/main" id="{B10F4193-2C85-4224-B18B-480EAC14B6F8}"/>
              </a:ext>
            </a:extLst>
          </p:cNvPr>
          <p:cNvSpPr txBox="1"/>
          <p:nvPr/>
        </p:nvSpPr>
        <p:spPr>
          <a:xfrm>
            <a:off x="317500" y="3655142"/>
            <a:ext cx="11702221" cy="2677656"/>
          </a:xfrm>
          <a:prstGeom prst="rect">
            <a:avLst/>
          </a:prstGeom>
          <a:noFill/>
        </p:spPr>
        <p:txBody>
          <a:bodyPr wrap="square" rtlCol="0">
            <a:spAutoFit/>
          </a:bodyPr>
          <a:lstStyle/>
          <a:p>
            <a:r>
              <a:rPr lang="en-US" sz="2400"/>
              <a:t>Mục tiêu cụ thể: </a:t>
            </a:r>
          </a:p>
          <a:p>
            <a:pPr marL="285750" indent="-285750">
              <a:buFontTx/>
              <a:buChar char="-"/>
            </a:pPr>
            <a:r>
              <a:rPr lang="en-US" sz="2400"/>
              <a:t>Xây dựng mô hình phân loại email spam và không spam dựa trên SVM.</a:t>
            </a:r>
          </a:p>
          <a:p>
            <a:pPr marL="285750" indent="-285750">
              <a:buFontTx/>
              <a:buChar char="-"/>
            </a:pPr>
            <a:r>
              <a:rPr lang="vi-VN" sz="2400"/>
              <a:t>Áp dụng các bước trong quy trình học máy:</a:t>
            </a:r>
            <a:endParaRPr lang="en-US" sz="2400"/>
          </a:p>
          <a:p>
            <a:r>
              <a:rPr lang="en-US" sz="2400"/>
              <a:t>+ Thu thập và tiền xử lý dữ liệu văn bản</a:t>
            </a:r>
          </a:p>
          <a:p>
            <a:r>
              <a:rPr lang="en-US" sz="2400"/>
              <a:t>+ </a:t>
            </a:r>
            <a:r>
              <a:rPr lang="vi-VN" sz="2400"/>
              <a:t>Trích xuất đặc trưng bằng TF-ID</a:t>
            </a:r>
            <a:endParaRPr lang="en-US" sz="2400"/>
          </a:p>
          <a:p>
            <a:r>
              <a:rPr lang="en-US" sz="2400"/>
              <a:t>+ Huấn luyện và đánh giá mô hình</a:t>
            </a:r>
          </a:p>
          <a:p>
            <a:r>
              <a:rPr lang="en-US" sz="2400"/>
              <a:t>+ Triển khai công cụ minh họa</a:t>
            </a:r>
          </a:p>
        </p:txBody>
      </p:sp>
      <p:sp>
        <p:nvSpPr>
          <p:cNvPr id="2" name="Slide Number Placeholder 1">
            <a:extLst>
              <a:ext uri="{FF2B5EF4-FFF2-40B4-BE49-F238E27FC236}">
                <a16:creationId xmlns:a16="http://schemas.microsoft.com/office/drawing/2014/main" id="{F2E7292E-3539-2AE9-4624-A09555D473F5}"/>
              </a:ext>
            </a:extLst>
          </p:cNvPr>
          <p:cNvSpPr>
            <a:spLocks noGrp="1"/>
          </p:cNvSpPr>
          <p:nvPr>
            <p:ph type="sldNum" sz="quarter" idx="12"/>
          </p:nvPr>
        </p:nvSpPr>
        <p:spPr/>
        <p:txBody>
          <a:bodyPr/>
          <a:lstStyle/>
          <a:p>
            <a:fld id="{5A19980F-CA33-44C6-913D-F0BB155EDB91}" type="slidenum">
              <a:rPr lang="en-US" smtClean="0"/>
              <a:t>4</a:t>
            </a:fld>
            <a:endParaRPr lang="en-US"/>
          </a:p>
        </p:txBody>
      </p:sp>
    </p:spTree>
    <p:extLst>
      <p:ext uri="{BB962C8B-B14F-4D97-AF65-F5344CB8AC3E}">
        <p14:creationId xmlns:p14="http://schemas.microsoft.com/office/powerpoint/2010/main" val="3278021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6377A-062D-B65E-CE33-391B5E515A3D}"/>
            </a:ext>
          </a:extLst>
        </p:cNvPr>
        <p:cNvGrpSpPr/>
        <p:nvPr/>
      </p:nvGrpSpPr>
      <p:grpSpPr>
        <a:xfrm>
          <a:off x="0" y="0"/>
          <a:ext cx="0" cy="0"/>
          <a:chOff x="0" y="0"/>
          <a:chExt cx="0" cy="0"/>
        </a:xfrm>
      </p:grpSpPr>
      <p:sp>
        <p:nvSpPr>
          <p:cNvPr id="4" name="Rectangle: Diagonal Corners Snipped 3">
            <a:extLst>
              <a:ext uri="{FF2B5EF4-FFF2-40B4-BE49-F238E27FC236}">
                <a16:creationId xmlns:a16="http://schemas.microsoft.com/office/drawing/2014/main" id="{8B89EEEB-AB2E-87B3-4B23-F9CACEDADE42}"/>
              </a:ext>
            </a:extLst>
          </p:cNvPr>
          <p:cNvSpPr/>
          <p:nvPr/>
        </p:nvSpPr>
        <p:spPr>
          <a:xfrm>
            <a:off x="317500" y="127000"/>
            <a:ext cx="4165600" cy="736600"/>
          </a:xfrm>
          <a:prstGeom prst="snip2Diag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1. TỔNG QUAN ĐỀ TÀI</a:t>
            </a:r>
          </a:p>
        </p:txBody>
      </p:sp>
      <p:sp>
        <p:nvSpPr>
          <p:cNvPr id="5" name="Rectangle: Rounded Corners 4">
            <a:extLst>
              <a:ext uri="{FF2B5EF4-FFF2-40B4-BE49-F238E27FC236}">
                <a16:creationId xmlns:a16="http://schemas.microsoft.com/office/drawing/2014/main" id="{7112B249-D476-0314-EA77-2AC189387086}"/>
              </a:ext>
            </a:extLst>
          </p:cNvPr>
          <p:cNvSpPr/>
          <p:nvPr/>
        </p:nvSpPr>
        <p:spPr>
          <a:xfrm>
            <a:off x="231493" y="1120928"/>
            <a:ext cx="4738995" cy="4849792"/>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a:t>Đối tượng nghiên cứu:</a:t>
            </a:r>
          </a:p>
          <a:p>
            <a:r>
              <a:rPr lang="en-US" sz="2400"/>
              <a:t>+ Thuật toán Support Vector Machine (SVM) trong học máy có giám sát</a:t>
            </a:r>
          </a:p>
          <a:p>
            <a:r>
              <a:rPr lang="en-US" sz="2400"/>
              <a:t>+ Bài toán phân loại văn bản, cụ thể là phân loại email spam và không spam</a:t>
            </a:r>
          </a:p>
          <a:p>
            <a:r>
              <a:rPr lang="en-US" sz="2400"/>
              <a:t>+ Dữ liệu email văn bản thuần (plain text)</a:t>
            </a:r>
          </a:p>
          <a:p>
            <a:endParaRPr lang="en-US" sz="2400"/>
          </a:p>
          <a:p>
            <a:endParaRPr lang="en-US" sz="2400"/>
          </a:p>
          <a:p>
            <a:pPr algn="ctr"/>
            <a:endParaRPr lang="en-US"/>
          </a:p>
        </p:txBody>
      </p:sp>
      <p:sp>
        <p:nvSpPr>
          <p:cNvPr id="6" name="Rectangle: Rounded Corners 5">
            <a:extLst>
              <a:ext uri="{FF2B5EF4-FFF2-40B4-BE49-F238E27FC236}">
                <a16:creationId xmlns:a16="http://schemas.microsoft.com/office/drawing/2014/main" id="{6AFCA76A-7904-2278-2EBF-9D43F1AF7396}"/>
              </a:ext>
            </a:extLst>
          </p:cNvPr>
          <p:cNvSpPr/>
          <p:nvPr/>
        </p:nvSpPr>
        <p:spPr>
          <a:xfrm>
            <a:off x="6680521" y="1120928"/>
            <a:ext cx="4738995" cy="4849792"/>
          </a:xfrm>
          <a:prstGeom prst="roundRect">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a:t>Phạm vi nghiên cứu:</a:t>
            </a:r>
          </a:p>
          <a:p>
            <a:r>
              <a:rPr lang="en-US" sz="2400"/>
              <a:t>+ Sử dụng bộ dữ liệu SpamAssassin kết hợp với email tự xây dựng</a:t>
            </a:r>
          </a:p>
          <a:p>
            <a:r>
              <a:rPr lang="en-US" sz="2400"/>
              <a:t>+ </a:t>
            </a:r>
            <a:r>
              <a:rPr lang="vi-VN" sz="2400"/>
              <a:t>Áp dụng phương pháp TF-IDF để trích xuất đặc trưng</a:t>
            </a:r>
            <a:endParaRPr lang="en-US" sz="2400"/>
          </a:p>
          <a:p>
            <a:r>
              <a:rPr lang="en-US" sz="2400"/>
              <a:t>+ Triển khai mô hình SVM với kernel tuyến tính</a:t>
            </a:r>
          </a:p>
          <a:p>
            <a:r>
              <a:rPr lang="en-US" sz="2400"/>
              <a:t>+ </a:t>
            </a:r>
            <a:r>
              <a:rPr lang="vi-VN" sz="2400"/>
              <a:t>Xây dựng công cụ minh họa đơn giản thông qua ứng dụng web Flask</a:t>
            </a:r>
            <a:endParaRPr lang="en-US" sz="2400"/>
          </a:p>
          <a:p>
            <a:pPr algn="ctr"/>
            <a:endParaRPr lang="en-US" sz="2000"/>
          </a:p>
        </p:txBody>
      </p:sp>
      <p:sp>
        <p:nvSpPr>
          <p:cNvPr id="2" name="Slide Number Placeholder 1">
            <a:extLst>
              <a:ext uri="{FF2B5EF4-FFF2-40B4-BE49-F238E27FC236}">
                <a16:creationId xmlns:a16="http://schemas.microsoft.com/office/drawing/2014/main" id="{516C9225-7EA7-4F7F-0274-7824246494AA}"/>
              </a:ext>
            </a:extLst>
          </p:cNvPr>
          <p:cNvSpPr>
            <a:spLocks noGrp="1"/>
          </p:cNvSpPr>
          <p:nvPr>
            <p:ph type="sldNum" sz="quarter" idx="12"/>
          </p:nvPr>
        </p:nvSpPr>
        <p:spPr/>
        <p:txBody>
          <a:bodyPr/>
          <a:lstStyle/>
          <a:p>
            <a:fld id="{5A19980F-CA33-44C6-913D-F0BB155EDB91}" type="slidenum">
              <a:rPr lang="en-US" smtClean="0"/>
              <a:t>5</a:t>
            </a:fld>
            <a:endParaRPr lang="en-US"/>
          </a:p>
        </p:txBody>
      </p:sp>
    </p:spTree>
    <p:extLst>
      <p:ext uri="{BB962C8B-B14F-4D97-AF65-F5344CB8AC3E}">
        <p14:creationId xmlns:p14="http://schemas.microsoft.com/office/powerpoint/2010/main" val="3602415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D5ED0-546A-D2F8-E509-0E7580C04C05}"/>
            </a:ext>
          </a:extLst>
        </p:cNvPr>
        <p:cNvGrpSpPr/>
        <p:nvPr/>
      </p:nvGrpSpPr>
      <p:grpSpPr>
        <a:xfrm>
          <a:off x="0" y="0"/>
          <a:ext cx="0" cy="0"/>
          <a:chOff x="0" y="0"/>
          <a:chExt cx="0" cy="0"/>
        </a:xfrm>
      </p:grpSpPr>
      <p:sp>
        <p:nvSpPr>
          <p:cNvPr id="4" name="Rectangle: Diagonal Corners Snipped 3">
            <a:extLst>
              <a:ext uri="{FF2B5EF4-FFF2-40B4-BE49-F238E27FC236}">
                <a16:creationId xmlns:a16="http://schemas.microsoft.com/office/drawing/2014/main" id="{A4C9DC98-7391-F2A6-E9B9-EC4FA0AF5141}"/>
              </a:ext>
            </a:extLst>
          </p:cNvPr>
          <p:cNvSpPr/>
          <p:nvPr/>
        </p:nvSpPr>
        <p:spPr>
          <a:xfrm>
            <a:off x="317500" y="127000"/>
            <a:ext cx="4165600" cy="736600"/>
          </a:xfrm>
          <a:prstGeom prst="snip2Diag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2. CƠ SỞ LÝ THUYẾT</a:t>
            </a:r>
          </a:p>
        </p:txBody>
      </p:sp>
      <p:pic>
        <p:nvPicPr>
          <p:cNvPr id="3" name="Picture 2">
            <a:extLst>
              <a:ext uri="{FF2B5EF4-FFF2-40B4-BE49-F238E27FC236}">
                <a16:creationId xmlns:a16="http://schemas.microsoft.com/office/drawing/2014/main" id="{D7C0F8C1-0FC0-33C8-A1B6-EBA44814B3C2}"/>
              </a:ext>
            </a:extLst>
          </p:cNvPr>
          <p:cNvPicPr>
            <a:picLocks noChangeAspect="1"/>
          </p:cNvPicPr>
          <p:nvPr/>
        </p:nvPicPr>
        <p:blipFill>
          <a:blip r:embed="rId2">
            <a:extLst>
              <a:ext uri="{28A0092B-C50C-407E-A947-70E740481C1C}">
                <a14:useLocalDpi xmlns:a14="http://schemas.microsoft.com/office/drawing/2010/main" val="0"/>
              </a:ext>
            </a:extLst>
          </a:blip>
          <a:srcRect l="35829" t="71733" r="46021"/>
          <a:stretch>
            <a:fillRect/>
          </a:stretch>
        </p:blipFill>
        <p:spPr>
          <a:xfrm>
            <a:off x="524256" y="2702237"/>
            <a:ext cx="2212848" cy="1938528"/>
          </a:xfrm>
          <a:prstGeom prst="rect">
            <a:avLst/>
          </a:prstGeom>
        </p:spPr>
      </p:pic>
      <p:sp>
        <p:nvSpPr>
          <p:cNvPr id="9" name="TextBox 8">
            <a:extLst>
              <a:ext uri="{FF2B5EF4-FFF2-40B4-BE49-F238E27FC236}">
                <a16:creationId xmlns:a16="http://schemas.microsoft.com/office/drawing/2014/main" id="{ED30B769-8F7B-E1B0-60AA-594FD387E13A}"/>
              </a:ext>
            </a:extLst>
          </p:cNvPr>
          <p:cNvSpPr txBox="1"/>
          <p:nvPr/>
        </p:nvSpPr>
        <p:spPr>
          <a:xfrm>
            <a:off x="3239262" y="1242906"/>
            <a:ext cx="7322058" cy="1754326"/>
          </a:xfrm>
          <a:prstGeom prst="rect">
            <a:avLst/>
          </a:prstGeom>
          <a:noFill/>
        </p:spPr>
        <p:txBody>
          <a:bodyPr wrap="square">
            <a:spAutoFit/>
          </a:bodyPr>
          <a:lstStyle/>
          <a:p>
            <a:r>
              <a:rPr lang="en-US" b="1"/>
              <a:t>KHÁI NIỆM HỌC MÁY</a:t>
            </a:r>
          </a:p>
          <a:p>
            <a:pPr marL="285750" indent="-285750">
              <a:buFontTx/>
              <a:buChar char="-"/>
            </a:pPr>
            <a:r>
              <a:rPr lang="en-US"/>
              <a:t>Học máy (Machine Learning) là một lĩnh vực của trí tuệ nhân tạo (AI)</a:t>
            </a:r>
          </a:p>
          <a:p>
            <a:pPr marL="285750" indent="-285750">
              <a:buFontTx/>
              <a:buChar char="-"/>
            </a:pPr>
            <a:r>
              <a:rPr lang="vi-VN"/>
              <a:t>Học máy là lĩnh vực cho phép máy tính học từ dữ liệu hoặc trải nghiệm để cải thiện hiệu suất theo thời gian mà không cần lập trình tường minh cho từng nhiệm vụ.</a:t>
            </a:r>
            <a:endParaRPr lang="en-US"/>
          </a:p>
          <a:p>
            <a:pPr marL="285750" indent="-285750">
              <a:buFontTx/>
              <a:buChar char="-"/>
            </a:pPr>
            <a:r>
              <a:rPr lang="vi-VN"/>
              <a:t>Mục tiêu: phát hiện quy luật và đưa ra dự đoán cho dữ liệu mới</a:t>
            </a:r>
            <a:endParaRPr lang="en-US"/>
          </a:p>
        </p:txBody>
      </p:sp>
      <p:cxnSp>
        <p:nvCxnSpPr>
          <p:cNvPr id="11" name="Straight Connector 10">
            <a:extLst>
              <a:ext uri="{FF2B5EF4-FFF2-40B4-BE49-F238E27FC236}">
                <a16:creationId xmlns:a16="http://schemas.microsoft.com/office/drawing/2014/main" id="{8E3D00D7-A5DD-5D4D-8BFC-4B487D6895B7}"/>
              </a:ext>
            </a:extLst>
          </p:cNvPr>
          <p:cNvCxnSpPr/>
          <p:nvPr/>
        </p:nvCxnSpPr>
        <p:spPr>
          <a:xfrm>
            <a:off x="3044952" y="3246120"/>
            <a:ext cx="7141464" cy="0"/>
          </a:xfrm>
          <a:prstGeom prst="line">
            <a:avLst/>
          </a:prstGeom>
          <a:ln w="28575"/>
        </p:spPr>
        <p:style>
          <a:lnRef idx="2">
            <a:schemeClr val="accent2"/>
          </a:lnRef>
          <a:fillRef idx="0">
            <a:schemeClr val="accent2"/>
          </a:fillRef>
          <a:effectRef idx="1">
            <a:schemeClr val="accent2"/>
          </a:effectRef>
          <a:fontRef idx="minor">
            <a:schemeClr val="tx1"/>
          </a:fontRef>
        </p:style>
      </p:cxnSp>
      <p:sp>
        <p:nvSpPr>
          <p:cNvPr id="12" name="TextBox 11">
            <a:extLst>
              <a:ext uri="{FF2B5EF4-FFF2-40B4-BE49-F238E27FC236}">
                <a16:creationId xmlns:a16="http://schemas.microsoft.com/office/drawing/2014/main" id="{9F6C5FA9-84B9-F48E-ABED-2C1DE24F8ED2}"/>
              </a:ext>
            </a:extLst>
          </p:cNvPr>
          <p:cNvSpPr txBox="1"/>
          <p:nvPr/>
        </p:nvSpPr>
        <p:spPr>
          <a:xfrm>
            <a:off x="3239262" y="3751041"/>
            <a:ext cx="7322058" cy="1200329"/>
          </a:xfrm>
          <a:prstGeom prst="rect">
            <a:avLst/>
          </a:prstGeom>
          <a:noFill/>
        </p:spPr>
        <p:txBody>
          <a:bodyPr wrap="square">
            <a:spAutoFit/>
          </a:bodyPr>
          <a:lstStyle/>
          <a:p>
            <a:r>
              <a:rPr lang="en-US" b="1"/>
              <a:t>VAI TRÒ CỦA HỌC MÁY TRONG XỬ LÝ VĂN BẢN</a:t>
            </a:r>
          </a:p>
          <a:p>
            <a:pPr marL="285750" indent="-285750">
              <a:buFontTx/>
              <a:buChar char="-"/>
            </a:pPr>
            <a:r>
              <a:rPr lang="en-US"/>
              <a:t>Tự động phân loại và phân tích dữ liệu lớn</a:t>
            </a:r>
          </a:p>
          <a:p>
            <a:pPr marL="285750" indent="-285750">
              <a:buFontTx/>
              <a:buChar char="-"/>
            </a:pPr>
            <a:r>
              <a:rPr lang="en-US"/>
              <a:t>Ứng dụng trong: Lọc email spam, phân tích cảm xúc, phân loại văn bản,….</a:t>
            </a:r>
          </a:p>
        </p:txBody>
      </p:sp>
      <p:sp>
        <p:nvSpPr>
          <p:cNvPr id="13" name="TextBox 12">
            <a:extLst>
              <a:ext uri="{FF2B5EF4-FFF2-40B4-BE49-F238E27FC236}">
                <a16:creationId xmlns:a16="http://schemas.microsoft.com/office/drawing/2014/main" id="{DC97C93E-3740-9EA8-973E-3264B460BF57}"/>
              </a:ext>
            </a:extLst>
          </p:cNvPr>
          <p:cNvSpPr txBox="1"/>
          <p:nvPr/>
        </p:nvSpPr>
        <p:spPr>
          <a:xfrm>
            <a:off x="3239262" y="5201889"/>
            <a:ext cx="7322058" cy="1200329"/>
          </a:xfrm>
          <a:prstGeom prst="rect">
            <a:avLst/>
          </a:prstGeom>
          <a:noFill/>
        </p:spPr>
        <p:txBody>
          <a:bodyPr wrap="square">
            <a:spAutoFit/>
          </a:bodyPr>
          <a:lstStyle/>
          <a:p>
            <a:r>
              <a:rPr lang="en-US" b="1"/>
              <a:t>PHÂN LOẠI CÁC PHƯƠNG PHÁP HỌC MÁY</a:t>
            </a:r>
          </a:p>
          <a:p>
            <a:pPr marL="285750" indent="-285750">
              <a:buFontTx/>
              <a:buChar char="-"/>
            </a:pPr>
            <a:r>
              <a:rPr lang="en-US"/>
              <a:t>Học máy có giám sát (Supervised Learning)</a:t>
            </a:r>
          </a:p>
          <a:p>
            <a:pPr marL="285750" indent="-285750">
              <a:buFontTx/>
              <a:buChar char="-"/>
            </a:pPr>
            <a:r>
              <a:rPr lang="en-US"/>
              <a:t>Học máy không giám sát (Unsupervised Learning)</a:t>
            </a:r>
          </a:p>
          <a:p>
            <a:pPr marL="285750" indent="-285750">
              <a:buFontTx/>
              <a:buChar char="-"/>
            </a:pPr>
            <a:r>
              <a:rPr lang="en-US"/>
              <a:t>Học tăng cường (Reinforcement Learning)</a:t>
            </a:r>
          </a:p>
        </p:txBody>
      </p:sp>
      <p:cxnSp>
        <p:nvCxnSpPr>
          <p:cNvPr id="2" name="Straight Connector 1">
            <a:extLst>
              <a:ext uri="{FF2B5EF4-FFF2-40B4-BE49-F238E27FC236}">
                <a16:creationId xmlns:a16="http://schemas.microsoft.com/office/drawing/2014/main" id="{97BA9F03-7A76-DFB0-CB9D-AD551FF8DE11}"/>
              </a:ext>
            </a:extLst>
          </p:cNvPr>
          <p:cNvCxnSpPr/>
          <p:nvPr/>
        </p:nvCxnSpPr>
        <p:spPr>
          <a:xfrm>
            <a:off x="3044952" y="5062728"/>
            <a:ext cx="7141464" cy="0"/>
          </a:xfrm>
          <a:prstGeom prst="line">
            <a:avLst/>
          </a:prstGeom>
          <a:ln w="28575"/>
        </p:spPr>
        <p:style>
          <a:lnRef idx="2">
            <a:schemeClr val="accent2"/>
          </a:lnRef>
          <a:fillRef idx="0">
            <a:schemeClr val="accent2"/>
          </a:fillRef>
          <a:effectRef idx="1">
            <a:schemeClr val="accent2"/>
          </a:effectRef>
          <a:fontRef idx="minor">
            <a:schemeClr val="tx1"/>
          </a:fontRef>
        </p:style>
      </p:cxnSp>
      <p:sp>
        <p:nvSpPr>
          <p:cNvPr id="5" name="Slide Number Placeholder 4">
            <a:extLst>
              <a:ext uri="{FF2B5EF4-FFF2-40B4-BE49-F238E27FC236}">
                <a16:creationId xmlns:a16="http://schemas.microsoft.com/office/drawing/2014/main" id="{FE99BCA1-B4D2-91DE-8C28-679F9585F615}"/>
              </a:ext>
            </a:extLst>
          </p:cNvPr>
          <p:cNvSpPr>
            <a:spLocks noGrp="1"/>
          </p:cNvSpPr>
          <p:nvPr>
            <p:ph type="sldNum" sz="quarter" idx="12"/>
          </p:nvPr>
        </p:nvSpPr>
        <p:spPr/>
        <p:txBody>
          <a:bodyPr/>
          <a:lstStyle/>
          <a:p>
            <a:fld id="{5A19980F-CA33-44C6-913D-F0BB155EDB91}" type="slidenum">
              <a:rPr lang="en-US" smtClean="0"/>
              <a:t>6</a:t>
            </a:fld>
            <a:endParaRPr lang="en-US"/>
          </a:p>
        </p:txBody>
      </p:sp>
    </p:spTree>
    <p:extLst>
      <p:ext uri="{BB962C8B-B14F-4D97-AF65-F5344CB8AC3E}">
        <p14:creationId xmlns:p14="http://schemas.microsoft.com/office/powerpoint/2010/main" val="2626774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B805-4B93-96FE-FF99-7D978E4B60B9}"/>
            </a:ext>
          </a:extLst>
        </p:cNvPr>
        <p:cNvGrpSpPr/>
        <p:nvPr/>
      </p:nvGrpSpPr>
      <p:grpSpPr>
        <a:xfrm>
          <a:off x="0" y="0"/>
          <a:ext cx="0" cy="0"/>
          <a:chOff x="0" y="0"/>
          <a:chExt cx="0" cy="0"/>
        </a:xfrm>
      </p:grpSpPr>
      <p:sp>
        <p:nvSpPr>
          <p:cNvPr id="4" name="Rectangle: Diagonal Corners Snipped 3">
            <a:extLst>
              <a:ext uri="{FF2B5EF4-FFF2-40B4-BE49-F238E27FC236}">
                <a16:creationId xmlns:a16="http://schemas.microsoft.com/office/drawing/2014/main" id="{A956F304-AFD3-76D2-5801-A7682AEAC310}"/>
              </a:ext>
            </a:extLst>
          </p:cNvPr>
          <p:cNvSpPr/>
          <p:nvPr/>
        </p:nvSpPr>
        <p:spPr>
          <a:xfrm>
            <a:off x="317500" y="127000"/>
            <a:ext cx="4165600" cy="736600"/>
          </a:xfrm>
          <a:prstGeom prst="snip2Diag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2. CƠ SỞ LÝ THUYẾT</a:t>
            </a:r>
          </a:p>
        </p:txBody>
      </p:sp>
      <p:cxnSp>
        <p:nvCxnSpPr>
          <p:cNvPr id="11" name="Straight Connector 10">
            <a:extLst>
              <a:ext uri="{FF2B5EF4-FFF2-40B4-BE49-F238E27FC236}">
                <a16:creationId xmlns:a16="http://schemas.microsoft.com/office/drawing/2014/main" id="{03AF6143-6725-3C20-5A03-D48D89BDB486}"/>
              </a:ext>
            </a:extLst>
          </p:cNvPr>
          <p:cNvCxnSpPr/>
          <p:nvPr/>
        </p:nvCxnSpPr>
        <p:spPr>
          <a:xfrm>
            <a:off x="389382" y="1482901"/>
            <a:ext cx="7141464" cy="0"/>
          </a:xfrm>
          <a:prstGeom prst="line">
            <a:avLst/>
          </a:prstGeom>
          <a:ln w="28575"/>
        </p:spPr>
        <p:style>
          <a:lnRef idx="2">
            <a:schemeClr val="accent2"/>
          </a:lnRef>
          <a:fillRef idx="0">
            <a:schemeClr val="accent2"/>
          </a:fillRef>
          <a:effectRef idx="1">
            <a:schemeClr val="accent2"/>
          </a:effectRef>
          <a:fontRef idx="minor">
            <a:schemeClr val="tx1"/>
          </a:fontRef>
        </p:style>
      </p:cxnSp>
      <p:sp>
        <p:nvSpPr>
          <p:cNvPr id="7" name="Rectangle: Rounded Corners 6">
            <a:extLst>
              <a:ext uri="{FF2B5EF4-FFF2-40B4-BE49-F238E27FC236}">
                <a16:creationId xmlns:a16="http://schemas.microsoft.com/office/drawing/2014/main" id="{C64752A1-FBB7-F340-D906-873BFC20D87F}"/>
              </a:ext>
            </a:extLst>
          </p:cNvPr>
          <p:cNvSpPr/>
          <p:nvPr/>
        </p:nvSpPr>
        <p:spPr>
          <a:xfrm>
            <a:off x="317500" y="1646349"/>
            <a:ext cx="8725916" cy="1335023"/>
          </a:xfrm>
          <a:prstGeom prst="round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KHÁI NIỆM:</a:t>
            </a:r>
          </a:p>
          <a:p>
            <a:pPr marL="285750" indent="-285750">
              <a:buFontTx/>
              <a:buChar char="-"/>
            </a:pPr>
            <a:r>
              <a:rPr lang="vi-VN"/>
              <a:t>Là phương pháp học máy trong đó </a:t>
            </a:r>
            <a:r>
              <a:rPr lang="vi-VN" b="1"/>
              <a:t>dữ liệu huấn luyện đã được gán nhãn</a:t>
            </a:r>
            <a:endParaRPr lang="en-US" b="1"/>
          </a:p>
          <a:p>
            <a:pPr marL="285750" indent="-285750">
              <a:buFontTx/>
              <a:buChar char="-"/>
            </a:pPr>
            <a:r>
              <a:rPr lang="en-US"/>
              <a:t>Mô hình học cách ánh xạ từ dữ liệu đầu vào → nhãn đầu ra</a:t>
            </a:r>
          </a:p>
          <a:p>
            <a:pPr algn="ctr"/>
            <a:endParaRPr lang="en-US"/>
          </a:p>
        </p:txBody>
      </p:sp>
      <p:sp>
        <p:nvSpPr>
          <p:cNvPr id="8" name="Rectangle: Rounded Corners 7">
            <a:extLst>
              <a:ext uri="{FF2B5EF4-FFF2-40B4-BE49-F238E27FC236}">
                <a16:creationId xmlns:a16="http://schemas.microsoft.com/office/drawing/2014/main" id="{861E4E2E-C18D-EAD7-CC66-C5D772E1E4A1}"/>
              </a:ext>
            </a:extLst>
          </p:cNvPr>
          <p:cNvSpPr/>
          <p:nvPr/>
        </p:nvSpPr>
        <p:spPr>
          <a:xfrm>
            <a:off x="317500" y="3292268"/>
            <a:ext cx="8725916" cy="1335023"/>
          </a:xfrm>
          <a:prstGeom prst="round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ĐẶC ĐIỂM: </a:t>
            </a:r>
          </a:p>
          <a:p>
            <a:pPr marL="285750" indent="-285750">
              <a:buFontTx/>
              <a:buChar char="-"/>
            </a:pPr>
            <a:r>
              <a:rPr lang="en-US"/>
              <a:t>Cần tập dữ liệu lớn và chính xác</a:t>
            </a:r>
          </a:p>
          <a:p>
            <a:pPr marL="285750" indent="-285750">
              <a:buFontTx/>
              <a:buChar char="-"/>
            </a:pPr>
            <a:r>
              <a:rPr lang="en-US"/>
              <a:t>Kết quả dễ đánh giá thông qua các chỉ số (Accuracy, Precision, Recall,…)</a:t>
            </a:r>
          </a:p>
        </p:txBody>
      </p:sp>
      <p:sp>
        <p:nvSpPr>
          <p:cNvPr id="10" name="Rectangle: Rounded Corners 9">
            <a:extLst>
              <a:ext uri="{FF2B5EF4-FFF2-40B4-BE49-F238E27FC236}">
                <a16:creationId xmlns:a16="http://schemas.microsoft.com/office/drawing/2014/main" id="{91959470-7DD4-032E-62DB-4D9CA5EA9E0C}"/>
              </a:ext>
            </a:extLst>
          </p:cNvPr>
          <p:cNvSpPr/>
          <p:nvPr/>
        </p:nvSpPr>
        <p:spPr>
          <a:xfrm>
            <a:off x="317500" y="4937973"/>
            <a:ext cx="8725916" cy="1335023"/>
          </a:xfrm>
          <a:prstGeom prst="round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BÀI TOÁN TIÊU BIỂU: </a:t>
            </a:r>
          </a:p>
          <a:p>
            <a:pPr marL="285750" indent="-285750">
              <a:buFontTx/>
              <a:buChar char="-"/>
            </a:pPr>
            <a:r>
              <a:rPr lang="en-US"/>
              <a:t>Phân loại (Classification)</a:t>
            </a:r>
          </a:p>
          <a:p>
            <a:pPr marL="285750" indent="-285750">
              <a:buFontTx/>
              <a:buChar char="-"/>
            </a:pPr>
            <a:r>
              <a:rPr lang="en-US"/>
              <a:t>Hồi quy (Regression)</a:t>
            </a:r>
          </a:p>
        </p:txBody>
      </p:sp>
      <p:sp>
        <p:nvSpPr>
          <p:cNvPr id="2" name="TextBox 1">
            <a:extLst>
              <a:ext uri="{FF2B5EF4-FFF2-40B4-BE49-F238E27FC236}">
                <a16:creationId xmlns:a16="http://schemas.microsoft.com/office/drawing/2014/main" id="{0A33A7C0-A280-0565-FBCB-66031B969651}"/>
              </a:ext>
            </a:extLst>
          </p:cNvPr>
          <p:cNvSpPr txBox="1"/>
          <p:nvPr/>
        </p:nvSpPr>
        <p:spPr>
          <a:xfrm>
            <a:off x="657860" y="1001068"/>
            <a:ext cx="5340096" cy="400110"/>
          </a:xfrm>
          <a:prstGeom prst="rect">
            <a:avLst/>
          </a:prstGeom>
          <a:noFill/>
        </p:spPr>
        <p:txBody>
          <a:bodyPr wrap="square" rtlCol="0">
            <a:spAutoFit/>
          </a:bodyPr>
          <a:lstStyle/>
          <a:p>
            <a:r>
              <a:rPr lang="en-US" sz="2000" b="1"/>
              <a:t>Học máy có giám sát (Supervised Learning)</a:t>
            </a:r>
          </a:p>
        </p:txBody>
      </p:sp>
      <p:sp>
        <p:nvSpPr>
          <p:cNvPr id="3" name="Slide Number Placeholder 2">
            <a:extLst>
              <a:ext uri="{FF2B5EF4-FFF2-40B4-BE49-F238E27FC236}">
                <a16:creationId xmlns:a16="http://schemas.microsoft.com/office/drawing/2014/main" id="{9293072F-6856-68CC-9DA5-0D78CF59C388}"/>
              </a:ext>
            </a:extLst>
          </p:cNvPr>
          <p:cNvSpPr>
            <a:spLocks noGrp="1"/>
          </p:cNvSpPr>
          <p:nvPr>
            <p:ph type="sldNum" sz="quarter" idx="12"/>
          </p:nvPr>
        </p:nvSpPr>
        <p:spPr/>
        <p:txBody>
          <a:bodyPr/>
          <a:lstStyle/>
          <a:p>
            <a:fld id="{5A19980F-CA33-44C6-913D-F0BB155EDB91}" type="slidenum">
              <a:rPr lang="en-US" smtClean="0"/>
              <a:t>7</a:t>
            </a:fld>
            <a:endParaRPr lang="en-US"/>
          </a:p>
        </p:txBody>
      </p:sp>
    </p:spTree>
    <p:extLst>
      <p:ext uri="{BB962C8B-B14F-4D97-AF65-F5344CB8AC3E}">
        <p14:creationId xmlns:p14="http://schemas.microsoft.com/office/powerpoint/2010/main" val="3123282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006BF-908C-4CD1-97EC-590CE926BE79}"/>
            </a:ext>
          </a:extLst>
        </p:cNvPr>
        <p:cNvGrpSpPr/>
        <p:nvPr/>
      </p:nvGrpSpPr>
      <p:grpSpPr>
        <a:xfrm>
          <a:off x="0" y="0"/>
          <a:ext cx="0" cy="0"/>
          <a:chOff x="0" y="0"/>
          <a:chExt cx="0" cy="0"/>
        </a:xfrm>
      </p:grpSpPr>
      <p:sp>
        <p:nvSpPr>
          <p:cNvPr id="4" name="Rectangle: Diagonal Corners Snipped 3">
            <a:extLst>
              <a:ext uri="{FF2B5EF4-FFF2-40B4-BE49-F238E27FC236}">
                <a16:creationId xmlns:a16="http://schemas.microsoft.com/office/drawing/2014/main" id="{84A24408-5897-26FB-56C2-D080548657F0}"/>
              </a:ext>
            </a:extLst>
          </p:cNvPr>
          <p:cNvSpPr/>
          <p:nvPr/>
        </p:nvSpPr>
        <p:spPr>
          <a:xfrm>
            <a:off x="317500" y="127000"/>
            <a:ext cx="4165600" cy="736600"/>
          </a:xfrm>
          <a:prstGeom prst="snip2Diag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2. CƠ SỞ LÝ THUYẾT</a:t>
            </a:r>
          </a:p>
        </p:txBody>
      </p:sp>
      <p:cxnSp>
        <p:nvCxnSpPr>
          <p:cNvPr id="11" name="Straight Connector 10">
            <a:extLst>
              <a:ext uri="{FF2B5EF4-FFF2-40B4-BE49-F238E27FC236}">
                <a16:creationId xmlns:a16="http://schemas.microsoft.com/office/drawing/2014/main" id="{554F6050-4BCF-483D-8CAB-FB3BF8F95D5B}"/>
              </a:ext>
            </a:extLst>
          </p:cNvPr>
          <p:cNvCxnSpPr/>
          <p:nvPr/>
        </p:nvCxnSpPr>
        <p:spPr>
          <a:xfrm>
            <a:off x="389382" y="1482901"/>
            <a:ext cx="7141464" cy="0"/>
          </a:xfrm>
          <a:prstGeom prst="line">
            <a:avLst/>
          </a:prstGeom>
          <a:ln w="28575"/>
        </p:spPr>
        <p:style>
          <a:lnRef idx="2">
            <a:schemeClr val="accent2"/>
          </a:lnRef>
          <a:fillRef idx="0">
            <a:schemeClr val="accent2"/>
          </a:fillRef>
          <a:effectRef idx="1">
            <a:schemeClr val="accent2"/>
          </a:effectRef>
          <a:fontRef idx="minor">
            <a:schemeClr val="tx1"/>
          </a:fontRef>
        </p:style>
      </p:cxnSp>
      <p:sp>
        <p:nvSpPr>
          <p:cNvPr id="2" name="TextBox 1">
            <a:extLst>
              <a:ext uri="{FF2B5EF4-FFF2-40B4-BE49-F238E27FC236}">
                <a16:creationId xmlns:a16="http://schemas.microsoft.com/office/drawing/2014/main" id="{F773C041-91B3-2A89-981A-69D374CDD4BA}"/>
              </a:ext>
            </a:extLst>
          </p:cNvPr>
          <p:cNvSpPr txBox="1"/>
          <p:nvPr/>
        </p:nvSpPr>
        <p:spPr>
          <a:xfrm>
            <a:off x="657860" y="1001068"/>
            <a:ext cx="5340096" cy="400110"/>
          </a:xfrm>
          <a:prstGeom prst="rect">
            <a:avLst/>
          </a:prstGeom>
          <a:noFill/>
        </p:spPr>
        <p:txBody>
          <a:bodyPr wrap="square" rtlCol="0">
            <a:spAutoFit/>
          </a:bodyPr>
          <a:lstStyle/>
          <a:p>
            <a:r>
              <a:rPr lang="en-US" sz="2000" b="1"/>
              <a:t>Học máy có giám sát (Supervised Learning)</a:t>
            </a:r>
          </a:p>
        </p:txBody>
      </p:sp>
      <p:pic>
        <p:nvPicPr>
          <p:cNvPr id="3" name="Picture 2">
            <a:extLst>
              <a:ext uri="{FF2B5EF4-FFF2-40B4-BE49-F238E27FC236}">
                <a16:creationId xmlns:a16="http://schemas.microsoft.com/office/drawing/2014/main" id="{4DE9AADE-97F4-7E1D-16B5-37DC3029A5A9}"/>
              </a:ext>
            </a:extLst>
          </p:cNvPr>
          <p:cNvPicPr>
            <a:picLocks noChangeAspect="1"/>
          </p:cNvPicPr>
          <p:nvPr/>
        </p:nvPicPr>
        <p:blipFill>
          <a:blip r:embed="rId2"/>
          <a:stretch>
            <a:fillRect/>
          </a:stretch>
        </p:blipFill>
        <p:spPr>
          <a:xfrm>
            <a:off x="3108701" y="2265870"/>
            <a:ext cx="5974598" cy="3109229"/>
          </a:xfrm>
          <a:prstGeom prst="rect">
            <a:avLst/>
          </a:prstGeom>
        </p:spPr>
      </p:pic>
      <p:sp>
        <p:nvSpPr>
          <p:cNvPr id="5" name="Slide Number Placeholder 4">
            <a:extLst>
              <a:ext uri="{FF2B5EF4-FFF2-40B4-BE49-F238E27FC236}">
                <a16:creationId xmlns:a16="http://schemas.microsoft.com/office/drawing/2014/main" id="{E6621283-BE2B-4AE0-BCA7-7832D93470D9}"/>
              </a:ext>
            </a:extLst>
          </p:cNvPr>
          <p:cNvSpPr>
            <a:spLocks noGrp="1"/>
          </p:cNvSpPr>
          <p:nvPr>
            <p:ph type="sldNum" sz="quarter" idx="12"/>
          </p:nvPr>
        </p:nvSpPr>
        <p:spPr/>
        <p:txBody>
          <a:bodyPr/>
          <a:lstStyle/>
          <a:p>
            <a:fld id="{5A19980F-CA33-44C6-913D-F0BB155EDB91}" type="slidenum">
              <a:rPr lang="en-US" smtClean="0"/>
              <a:t>8</a:t>
            </a:fld>
            <a:endParaRPr lang="en-US"/>
          </a:p>
        </p:txBody>
      </p:sp>
    </p:spTree>
    <p:extLst>
      <p:ext uri="{BB962C8B-B14F-4D97-AF65-F5344CB8AC3E}">
        <p14:creationId xmlns:p14="http://schemas.microsoft.com/office/powerpoint/2010/main" val="2096622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F7141-55DC-783E-1655-FF7A46E7D5BE}"/>
            </a:ext>
          </a:extLst>
        </p:cNvPr>
        <p:cNvGrpSpPr/>
        <p:nvPr/>
      </p:nvGrpSpPr>
      <p:grpSpPr>
        <a:xfrm>
          <a:off x="0" y="0"/>
          <a:ext cx="0" cy="0"/>
          <a:chOff x="0" y="0"/>
          <a:chExt cx="0" cy="0"/>
        </a:xfrm>
      </p:grpSpPr>
      <p:sp>
        <p:nvSpPr>
          <p:cNvPr id="4" name="Rectangle: Diagonal Corners Snipped 3">
            <a:extLst>
              <a:ext uri="{FF2B5EF4-FFF2-40B4-BE49-F238E27FC236}">
                <a16:creationId xmlns:a16="http://schemas.microsoft.com/office/drawing/2014/main" id="{CF40F72A-0F80-C316-8F28-2F276EED1669}"/>
              </a:ext>
            </a:extLst>
          </p:cNvPr>
          <p:cNvSpPr/>
          <p:nvPr/>
        </p:nvSpPr>
        <p:spPr>
          <a:xfrm>
            <a:off x="317500" y="127000"/>
            <a:ext cx="4165600" cy="736600"/>
          </a:xfrm>
          <a:prstGeom prst="snip2Diag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2. CƠ SỞ LÝ THUYẾT </a:t>
            </a:r>
          </a:p>
        </p:txBody>
      </p:sp>
      <p:cxnSp>
        <p:nvCxnSpPr>
          <p:cNvPr id="11" name="Straight Connector 10">
            <a:extLst>
              <a:ext uri="{FF2B5EF4-FFF2-40B4-BE49-F238E27FC236}">
                <a16:creationId xmlns:a16="http://schemas.microsoft.com/office/drawing/2014/main" id="{310E940C-43D7-6E9B-78ED-842262DD5909}"/>
              </a:ext>
            </a:extLst>
          </p:cNvPr>
          <p:cNvCxnSpPr/>
          <p:nvPr/>
        </p:nvCxnSpPr>
        <p:spPr>
          <a:xfrm>
            <a:off x="389382" y="1482901"/>
            <a:ext cx="7141464" cy="0"/>
          </a:xfrm>
          <a:prstGeom prst="line">
            <a:avLst/>
          </a:prstGeom>
          <a:ln w="28575"/>
        </p:spPr>
        <p:style>
          <a:lnRef idx="2">
            <a:schemeClr val="accent2"/>
          </a:lnRef>
          <a:fillRef idx="0">
            <a:schemeClr val="accent2"/>
          </a:fillRef>
          <a:effectRef idx="1">
            <a:schemeClr val="accent2"/>
          </a:effectRef>
          <a:fontRef idx="minor">
            <a:schemeClr val="tx1"/>
          </a:fontRef>
        </p:style>
      </p:cxnSp>
      <p:sp>
        <p:nvSpPr>
          <p:cNvPr id="7" name="Rectangle: Rounded Corners 6">
            <a:extLst>
              <a:ext uri="{FF2B5EF4-FFF2-40B4-BE49-F238E27FC236}">
                <a16:creationId xmlns:a16="http://schemas.microsoft.com/office/drawing/2014/main" id="{FEB056E5-B5CF-F015-7D23-2537C4E31D5D}"/>
              </a:ext>
            </a:extLst>
          </p:cNvPr>
          <p:cNvSpPr/>
          <p:nvPr/>
        </p:nvSpPr>
        <p:spPr>
          <a:xfrm>
            <a:off x="389382" y="1711430"/>
            <a:ext cx="8725916" cy="13350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KHÁI NIỆM:</a:t>
            </a:r>
          </a:p>
          <a:p>
            <a:pPr marL="285750" indent="-285750">
              <a:buFontTx/>
              <a:buChar char="-"/>
            </a:pPr>
            <a:r>
              <a:rPr lang="vi-VN"/>
              <a:t>Là phương pháp học máy trong đó </a:t>
            </a:r>
            <a:r>
              <a:rPr lang="vi-VN" b="1"/>
              <a:t>dữ liệu không có nhãn</a:t>
            </a:r>
            <a:endParaRPr lang="en-US" b="1"/>
          </a:p>
          <a:p>
            <a:pPr marL="285750" indent="-285750">
              <a:buFontTx/>
              <a:buChar char="-"/>
            </a:pPr>
            <a:r>
              <a:rPr lang="en-US"/>
              <a:t>Mô hình tự động phát hiện cấu trúc và mối quan hệ trong dữ liệu</a:t>
            </a:r>
          </a:p>
        </p:txBody>
      </p:sp>
      <p:sp>
        <p:nvSpPr>
          <p:cNvPr id="8" name="Rectangle: Rounded Corners 7">
            <a:extLst>
              <a:ext uri="{FF2B5EF4-FFF2-40B4-BE49-F238E27FC236}">
                <a16:creationId xmlns:a16="http://schemas.microsoft.com/office/drawing/2014/main" id="{995C39DB-13E5-2216-D579-1D184EE671B0}"/>
              </a:ext>
            </a:extLst>
          </p:cNvPr>
          <p:cNvSpPr/>
          <p:nvPr/>
        </p:nvSpPr>
        <p:spPr>
          <a:xfrm>
            <a:off x="389382" y="3292697"/>
            <a:ext cx="8725916" cy="13350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ĐẶC ĐIỂM: </a:t>
            </a:r>
          </a:p>
          <a:p>
            <a:pPr marL="285750" indent="-285750">
              <a:buFontTx/>
              <a:buChar char="-"/>
            </a:pPr>
            <a:r>
              <a:rPr lang="vi-VN"/>
              <a:t>Không biết trước kết quả mong muốn</a:t>
            </a:r>
            <a:endParaRPr lang="en-US"/>
          </a:p>
          <a:p>
            <a:pPr marL="285750" indent="-285750">
              <a:buFontTx/>
              <a:buChar char="-"/>
            </a:pPr>
            <a:r>
              <a:rPr lang="en-US"/>
              <a:t>Phù hợp cho phân tích dữ liệu và khám phá tri thức</a:t>
            </a:r>
          </a:p>
        </p:txBody>
      </p:sp>
      <p:sp>
        <p:nvSpPr>
          <p:cNvPr id="10" name="Rectangle: Rounded Corners 9">
            <a:extLst>
              <a:ext uri="{FF2B5EF4-FFF2-40B4-BE49-F238E27FC236}">
                <a16:creationId xmlns:a16="http://schemas.microsoft.com/office/drawing/2014/main" id="{2EFED646-ACA5-4AA5-5FB4-BD83EFC6BE8A}"/>
              </a:ext>
            </a:extLst>
          </p:cNvPr>
          <p:cNvSpPr/>
          <p:nvPr/>
        </p:nvSpPr>
        <p:spPr>
          <a:xfrm>
            <a:off x="317500" y="4937973"/>
            <a:ext cx="8725916" cy="13350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BÀI TOÁN TIÊU BIỂU: </a:t>
            </a:r>
          </a:p>
          <a:p>
            <a:pPr marL="285750" indent="-285750">
              <a:buFontTx/>
              <a:buChar char="-"/>
            </a:pPr>
            <a:r>
              <a:rPr lang="en-US"/>
              <a:t>Phân cụm dữ liệu (Clustering)</a:t>
            </a:r>
          </a:p>
          <a:p>
            <a:pPr marL="285750" indent="-285750">
              <a:buFontTx/>
              <a:buChar char="-"/>
            </a:pPr>
            <a:r>
              <a:rPr lang="en-US"/>
              <a:t>Giảm chiều dữ liệu (Dimensionality Reduction)</a:t>
            </a:r>
          </a:p>
        </p:txBody>
      </p:sp>
      <p:sp>
        <p:nvSpPr>
          <p:cNvPr id="2" name="TextBox 1">
            <a:extLst>
              <a:ext uri="{FF2B5EF4-FFF2-40B4-BE49-F238E27FC236}">
                <a16:creationId xmlns:a16="http://schemas.microsoft.com/office/drawing/2014/main" id="{0F222F17-1862-DA59-5D8B-C6D488B19480}"/>
              </a:ext>
            </a:extLst>
          </p:cNvPr>
          <p:cNvSpPr txBox="1"/>
          <p:nvPr/>
        </p:nvSpPr>
        <p:spPr>
          <a:xfrm>
            <a:off x="648716" y="1001067"/>
            <a:ext cx="6319012" cy="400110"/>
          </a:xfrm>
          <a:prstGeom prst="rect">
            <a:avLst/>
          </a:prstGeom>
          <a:noFill/>
        </p:spPr>
        <p:txBody>
          <a:bodyPr wrap="square" rtlCol="0">
            <a:spAutoFit/>
          </a:bodyPr>
          <a:lstStyle/>
          <a:p>
            <a:r>
              <a:rPr lang="en-US" sz="2000" b="1"/>
              <a:t>Học máy không giám sát (Unsupervised Learning)</a:t>
            </a:r>
          </a:p>
        </p:txBody>
      </p:sp>
      <p:sp>
        <p:nvSpPr>
          <p:cNvPr id="3" name="Slide Number Placeholder 2">
            <a:extLst>
              <a:ext uri="{FF2B5EF4-FFF2-40B4-BE49-F238E27FC236}">
                <a16:creationId xmlns:a16="http://schemas.microsoft.com/office/drawing/2014/main" id="{3926F372-BA58-CE93-C5E4-AEC142C94B67}"/>
              </a:ext>
            </a:extLst>
          </p:cNvPr>
          <p:cNvSpPr>
            <a:spLocks noGrp="1"/>
          </p:cNvSpPr>
          <p:nvPr>
            <p:ph type="sldNum" sz="quarter" idx="12"/>
          </p:nvPr>
        </p:nvSpPr>
        <p:spPr/>
        <p:txBody>
          <a:bodyPr/>
          <a:lstStyle/>
          <a:p>
            <a:fld id="{5A19980F-CA33-44C6-913D-F0BB155EDB91}" type="slidenum">
              <a:rPr lang="en-US" smtClean="0"/>
              <a:t>9</a:t>
            </a:fld>
            <a:endParaRPr lang="en-US"/>
          </a:p>
        </p:txBody>
      </p:sp>
    </p:spTree>
    <p:extLst>
      <p:ext uri="{BB962C8B-B14F-4D97-AF65-F5344CB8AC3E}">
        <p14:creationId xmlns:p14="http://schemas.microsoft.com/office/powerpoint/2010/main" val="152367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2A7E5-EBEB-DE65-3B2F-2E65DAF7D09C}"/>
            </a:ext>
          </a:extLst>
        </p:cNvPr>
        <p:cNvGrpSpPr/>
        <p:nvPr/>
      </p:nvGrpSpPr>
      <p:grpSpPr>
        <a:xfrm>
          <a:off x="0" y="0"/>
          <a:ext cx="0" cy="0"/>
          <a:chOff x="0" y="0"/>
          <a:chExt cx="0" cy="0"/>
        </a:xfrm>
      </p:grpSpPr>
      <p:sp>
        <p:nvSpPr>
          <p:cNvPr id="4" name="Rectangle: Diagonal Corners Snipped 3">
            <a:extLst>
              <a:ext uri="{FF2B5EF4-FFF2-40B4-BE49-F238E27FC236}">
                <a16:creationId xmlns:a16="http://schemas.microsoft.com/office/drawing/2014/main" id="{B568BF79-F213-4E95-933C-8346BF4B9C30}"/>
              </a:ext>
            </a:extLst>
          </p:cNvPr>
          <p:cNvSpPr/>
          <p:nvPr/>
        </p:nvSpPr>
        <p:spPr>
          <a:xfrm>
            <a:off x="317500" y="127000"/>
            <a:ext cx="4165600" cy="736600"/>
          </a:xfrm>
          <a:prstGeom prst="snip2Diag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2. CƠ SỞ LÝ THUYẾT</a:t>
            </a:r>
          </a:p>
        </p:txBody>
      </p:sp>
      <p:cxnSp>
        <p:nvCxnSpPr>
          <p:cNvPr id="11" name="Straight Connector 10">
            <a:extLst>
              <a:ext uri="{FF2B5EF4-FFF2-40B4-BE49-F238E27FC236}">
                <a16:creationId xmlns:a16="http://schemas.microsoft.com/office/drawing/2014/main" id="{7D713475-507B-B0B6-1282-7F5C82F8C262}"/>
              </a:ext>
            </a:extLst>
          </p:cNvPr>
          <p:cNvCxnSpPr/>
          <p:nvPr/>
        </p:nvCxnSpPr>
        <p:spPr>
          <a:xfrm>
            <a:off x="389382" y="1482901"/>
            <a:ext cx="7141464" cy="0"/>
          </a:xfrm>
          <a:prstGeom prst="line">
            <a:avLst/>
          </a:prstGeom>
          <a:ln w="28575"/>
        </p:spPr>
        <p:style>
          <a:lnRef idx="2">
            <a:schemeClr val="accent2"/>
          </a:lnRef>
          <a:fillRef idx="0">
            <a:schemeClr val="accent2"/>
          </a:fillRef>
          <a:effectRef idx="1">
            <a:schemeClr val="accent2"/>
          </a:effectRef>
          <a:fontRef idx="minor">
            <a:schemeClr val="tx1"/>
          </a:fontRef>
        </p:style>
      </p:cxnSp>
      <p:sp>
        <p:nvSpPr>
          <p:cNvPr id="2" name="TextBox 1">
            <a:extLst>
              <a:ext uri="{FF2B5EF4-FFF2-40B4-BE49-F238E27FC236}">
                <a16:creationId xmlns:a16="http://schemas.microsoft.com/office/drawing/2014/main" id="{8BFE6909-B082-92A1-9D5A-C66881C2DFBA}"/>
              </a:ext>
            </a:extLst>
          </p:cNvPr>
          <p:cNvSpPr txBox="1"/>
          <p:nvPr/>
        </p:nvSpPr>
        <p:spPr>
          <a:xfrm>
            <a:off x="648716" y="1001067"/>
            <a:ext cx="6319012" cy="400110"/>
          </a:xfrm>
          <a:prstGeom prst="rect">
            <a:avLst/>
          </a:prstGeom>
          <a:noFill/>
        </p:spPr>
        <p:txBody>
          <a:bodyPr wrap="square" rtlCol="0">
            <a:spAutoFit/>
          </a:bodyPr>
          <a:lstStyle/>
          <a:p>
            <a:r>
              <a:rPr lang="en-US" sz="2000" b="1"/>
              <a:t>Học máy không giám sát (Unsupervised Learning)</a:t>
            </a:r>
          </a:p>
        </p:txBody>
      </p:sp>
      <p:pic>
        <p:nvPicPr>
          <p:cNvPr id="3" name="Picture 2" descr="Mô hình học máy không giám sát">
            <a:extLst>
              <a:ext uri="{FF2B5EF4-FFF2-40B4-BE49-F238E27FC236}">
                <a16:creationId xmlns:a16="http://schemas.microsoft.com/office/drawing/2014/main" id="{7F0CA49D-E8E1-2E1E-B913-BB8BAD2DA8A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56216" y="2723896"/>
            <a:ext cx="5972175" cy="2763520"/>
          </a:xfrm>
          <a:prstGeom prst="rect">
            <a:avLst/>
          </a:prstGeom>
          <a:noFill/>
          <a:ln>
            <a:noFill/>
          </a:ln>
        </p:spPr>
      </p:pic>
      <p:sp>
        <p:nvSpPr>
          <p:cNvPr id="5" name="Slide Number Placeholder 4">
            <a:extLst>
              <a:ext uri="{FF2B5EF4-FFF2-40B4-BE49-F238E27FC236}">
                <a16:creationId xmlns:a16="http://schemas.microsoft.com/office/drawing/2014/main" id="{99090016-6DEA-F1FE-F344-B46A9AA18446}"/>
              </a:ext>
            </a:extLst>
          </p:cNvPr>
          <p:cNvSpPr>
            <a:spLocks noGrp="1"/>
          </p:cNvSpPr>
          <p:nvPr>
            <p:ph type="sldNum" sz="quarter" idx="12"/>
          </p:nvPr>
        </p:nvSpPr>
        <p:spPr/>
        <p:txBody>
          <a:bodyPr/>
          <a:lstStyle/>
          <a:p>
            <a:fld id="{5A19980F-CA33-44C6-913D-F0BB155EDB91}" type="slidenum">
              <a:rPr lang="en-US" smtClean="0"/>
              <a:t>10</a:t>
            </a:fld>
            <a:endParaRPr lang="en-US"/>
          </a:p>
        </p:txBody>
      </p:sp>
    </p:spTree>
    <p:extLst>
      <p:ext uri="{BB962C8B-B14F-4D97-AF65-F5344CB8AC3E}">
        <p14:creationId xmlns:p14="http://schemas.microsoft.com/office/powerpoint/2010/main" val="948603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45585-CFCC-883B-1B86-8FF5C2C32660}"/>
            </a:ext>
          </a:extLst>
        </p:cNvPr>
        <p:cNvGrpSpPr/>
        <p:nvPr/>
      </p:nvGrpSpPr>
      <p:grpSpPr>
        <a:xfrm>
          <a:off x="0" y="0"/>
          <a:ext cx="0" cy="0"/>
          <a:chOff x="0" y="0"/>
          <a:chExt cx="0" cy="0"/>
        </a:xfrm>
      </p:grpSpPr>
      <p:sp>
        <p:nvSpPr>
          <p:cNvPr id="4" name="Rectangle: Diagonal Corners Snipped 3">
            <a:extLst>
              <a:ext uri="{FF2B5EF4-FFF2-40B4-BE49-F238E27FC236}">
                <a16:creationId xmlns:a16="http://schemas.microsoft.com/office/drawing/2014/main" id="{FDA07647-571F-430A-B8DE-4CAF21CCA0F0}"/>
              </a:ext>
            </a:extLst>
          </p:cNvPr>
          <p:cNvSpPr/>
          <p:nvPr/>
        </p:nvSpPr>
        <p:spPr>
          <a:xfrm>
            <a:off x="317500" y="127000"/>
            <a:ext cx="4165600" cy="736600"/>
          </a:xfrm>
          <a:prstGeom prst="snip2Diag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2. CƠ SỞ LÝ THUYẾT</a:t>
            </a:r>
          </a:p>
        </p:txBody>
      </p:sp>
      <p:cxnSp>
        <p:nvCxnSpPr>
          <p:cNvPr id="11" name="Straight Connector 10">
            <a:extLst>
              <a:ext uri="{FF2B5EF4-FFF2-40B4-BE49-F238E27FC236}">
                <a16:creationId xmlns:a16="http://schemas.microsoft.com/office/drawing/2014/main" id="{31D0D72F-0115-1B66-2F2F-50CD7CDE2AF2}"/>
              </a:ext>
            </a:extLst>
          </p:cNvPr>
          <p:cNvCxnSpPr/>
          <p:nvPr/>
        </p:nvCxnSpPr>
        <p:spPr>
          <a:xfrm>
            <a:off x="389382" y="1482901"/>
            <a:ext cx="7141464" cy="0"/>
          </a:xfrm>
          <a:prstGeom prst="line">
            <a:avLst/>
          </a:prstGeom>
          <a:ln w="28575"/>
        </p:spPr>
        <p:style>
          <a:lnRef idx="2">
            <a:schemeClr val="accent2"/>
          </a:lnRef>
          <a:fillRef idx="0">
            <a:schemeClr val="accent2"/>
          </a:fillRef>
          <a:effectRef idx="1">
            <a:schemeClr val="accent2"/>
          </a:effectRef>
          <a:fontRef idx="minor">
            <a:schemeClr val="tx1"/>
          </a:fontRef>
        </p:style>
      </p:cxnSp>
      <p:sp>
        <p:nvSpPr>
          <p:cNvPr id="7" name="Rectangle: Rounded Corners 6">
            <a:extLst>
              <a:ext uri="{FF2B5EF4-FFF2-40B4-BE49-F238E27FC236}">
                <a16:creationId xmlns:a16="http://schemas.microsoft.com/office/drawing/2014/main" id="{16406AFA-7968-CEC6-E4CD-A8601865FD46}"/>
              </a:ext>
            </a:extLst>
          </p:cNvPr>
          <p:cNvSpPr/>
          <p:nvPr/>
        </p:nvSpPr>
        <p:spPr>
          <a:xfrm>
            <a:off x="389382" y="1711430"/>
            <a:ext cx="8725916" cy="13350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KHÁI NIỆM:</a:t>
            </a:r>
          </a:p>
          <a:p>
            <a:pPr marL="285750" indent="-285750">
              <a:buFontTx/>
              <a:buChar char="-"/>
            </a:pPr>
            <a:r>
              <a:rPr lang="vi-VN"/>
              <a:t>Là phương pháp học máy trong đó mô hình học thông qua tương tác với môi trường</a:t>
            </a:r>
            <a:endParaRPr lang="en-US"/>
          </a:p>
          <a:p>
            <a:pPr marL="285750" indent="-285750">
              <a:buFontTx/>
              <a:buChar char="-"/>
            </a:pPr>
            <a:r>
              <a:rPr lang="vi-VN"/>
              <a:t>Dựa trên cơ chế thưởng (reward) và phạt (penalty)</a:t>
            </a:r>
            <a:endParaRPr lang="en-US"/>
          </a:p>
        </p:txBody>
      </p:sp>
      <p:sp>
        <p:nvSpPr>
          <p:cNvPr id="8" name="Rectangle: Rounded Corners 7">
            <a:extLst>
              <a:ext uri="{FF2B5EF4-FFF2-40B4-BE49-F238E27FC236}">
                <a16:creationId xmlns:a16="http://schemas.microsoft.com/office/drawing/2014/main" id="{29E700BA-E38D-26AB-594F-8F0D45ADD363}"/>
              </a:ext>
            </a:extLst>
          </p:cNvPr>
          <p:cNvSpPr/>
          <p:nvPr/>
        </p:nvSpPr>
        <p:spPr>
          <a:xfrm>
            <a:off x="389382" y="3292697"/>
            <a:ext cx="8725916" cy="13350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ĐẶC ĐIỂM: </a:t>
            </a:r>
          </a:p>
          <a:p>
            <a:pPr marL="285750" indent="-285750">
              <a:buFontTx/>
              <a:buChar char="-"/>
            </a:pPr>
            <a:r>
              <a:rPr lang="en-US"/>
              <a:t>Không cần nhãn dữ liệu truyền thống</a:t>
            </a:r>
          </a:p>
          <a:p>
            <a:pPr marL="285750" indent="-285750">
              <a:buFontTx/>
              <a:buChar char="-"/>
            </a:pPr>
            <a:r>
              <a:rPr lang="en-US"/>
              <a:t>Quá trình học diễn ra theo chuỗi hành động</a:t>
            </a:r>
          </a:p>
        </p:txBody>
      </p:sp>
      <p:sp>
        <p:nvSpPr>
          <p:cNvPr id="10" name="Rectangle: Rounded Corners 9">
            <a:extLst>
              <a:ext uri="{FF2B5EF4-FFF2-40B4-BE49-F238E27FC236}">
                <a16:creationId xmlns:a16="http://schemas.microsoft.com/office/drawing/2014/main" id="{D92BF3F6-C216-4A45-6B4E-6C8D6DDF71CB}"/>
              </a:ext>
            </a:extLst>
          </p:cNvPr>
          <p:cNvSpPr/>
          <p:nvPr/>
        </p:nvSpPr>
        <p:spPr>
          <a:xfrm>
            <a:off x="389382" y="4873964"/>
            <a:ext cx="8725916" cy="13350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ỨNG DỤNG: </a:t>
            </a:r>
          </a:p>
          <a:p>
            <a:pPr marL="285750" indent="-285750">
              <a:buFontTx/>
              <a:buChar char="-"/>
            </a:pPr>
            <a:r>
              <a:rPr lang="vi-VN"/>
              <a:t>AI chơi game (cờ vua, cờ vây, game điện tử)</a:t>
            </a:r>
            <a:endParaRPr lang="en-US"/>
          </a:p>
          <a:p>
            <a:pPr marL="285750" indent="-285750">
              <a:buFontTx/>
              <a:buChar char="-"/>
            </a:pPr>
            <a:r>
              <a:rPr lang="en-US"/>
              <a:t>Robot tự học cách di chuyển</a:t>
            </a:r>
          </a:p>
        </p:txBody>
      </p:sp>
      <p:sp>
        <p:nvSpPr>
          <p:cNvPr id="2" name="TextBox 1">
            <a:extLst>
              <a:ext uri="{FF2B5EF4-FFF2-40B4-BE49-F238E27FC236}">
                <a16:creationId xmlns:a16="http://schemas.microsoft.com/office/drawing/2014/main" id="{3A5A424E-D946-3625-5399-86A0660AA229}"/>
              </a:ext>
            </a:extLst>
          </p:cNvPr>
          <p:cNvSpPr txBox="1"/>
          <p:nvPr/>
        </p:nvSpPr>
        <p:spPr>
          <a:xfrm>
            <a:off x="630428" y="1036602"/>
            <a:ext cx="6319012" cy="400110"/>
          </a:xfrm>
          <a:prstGeom prst="rect">
            <a:avLst/>
          </a:prstGeom>
          <a:noFill/>
        </p:spPr>
        <p:txBody>
          <a:bodyPr wrap="square" rtlCol="0">
            <a:spAutoFit/>
          </a:bodyPr>
          <a:lstStyle/>
          <a:p>
            <a:r>
              <a:rPr lang="en-US" sz="2000" b="1"/>
              <a:t>Học tăng cường (Reinforcement Learning)</a:t>
            </a:r>
          </a:p>
        </p:txBody>
      </p:sp>
      <p:sp>
        <p:nvSpPr>
          <p:cNvPr id="3" name="Slide Number Placeholder 2">
            <a:extLst>
              <a:ext uri="{FF2B5EF4-FFF2-40B4-BE49-F238E27FC236}">
                <a16:creationId xmlns:a16="http://schemas.microsoft.com/office/drawing/2014/main" id="{C0A9C4A2-B472-1275-22B4-3091B304191E}"/>
              </a:ext>
            </a:extLst>
          </p:cNvPr>
          <p:cNvSpPr>
            <a:spLocks noGrp="1"/>
          </p:cNvSpPr>
          <p:nvPr>
            <p:ph type="sldNum" sz="quarter" idx="12"/>
          </p:nvPr>
        </p:nvSpPr>
        <p:spPr/>
        <p:txBody>
          <a:bodyPr/>
          <a:lstStyle/>
          <a:p>
            <a:fld id="{5A19980F-CA33-44C6-913D-F0BB155EDB91}" type="slidenum">
              <a:rPr lang="en-US" smtClean="0"/>
              <a:t>11</a:t>
            </a:fld>
            <a:endParaRPr lang="en-US"/>
          </a:p>
        </p:txBody>
      </p:sp>
    </p:spTree>
    <p:extLst>
      <p:ext uri="{BB962C8B-B14F-4D97-AF65-F5344CB8AC3E}">
        <p14:creationId xmlns:p14="http://schemas.microsoft.com/office/powerpoint/2010/main" val="2154389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37B18-2A39-81B6-333C-DA9A2B349A2B}"/>
            </a:ext>
          </a:extLst>
        </p:cNvPr>
        <p:cNvGrpSpPr/>
        <p:nvPr/>
      </p:nvGrpSpPr>
      <p:grpSpPr>
        <a:xfrm>
          <a:off x="0" y="0"/>
          <a:ext cx="0" cy="0"/>
          <a:chOff x="0" y="0"/>
          <a:chExt cx="0" cy="0"/>
        </a:xfrm>
      </p:grpSpPr>
      <p:sp>
        <p:nvSpPr>
          <p:cNvPr id="4" name="Rectangle: Diagonal Corners Snipped 3">
            <a:extLst>
              <a:ext uri="{FF2B5EF4-FFF2-40B4-BE49-F238E27FC236}">
                <a16:creationId xmlns:a16="http://schemas.microsoft.com/office/drawing/2014/main" id="{9FA39CE2-E42E-28CF-A453-613F62B843F1}"/>
              </a:ext>
            </a:extLst>
          </p:cNvPr>
          <p:cNvSpPr/>
          <p:nvPr/>
        </p:nvSpPr>
        <p:spPr>
          <a:xfrm>
            <a:off x="317500" y="127000"/>
            <a:ext cx="4165600" cy="736600"/>
          </a:xfrm>
          <a:prstGeom prst="snip2Diag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2. CƠ SỞ LÝ THUYẾT</a:t>
            </a:r>
          </a:p>
        </p:txBody>
      </p:sp>
      <p:cxnSp>
        <p:nvCxnSpPr>
          <p:cNvPr id="11" name="Straight Connector 10">
            <a:extLst>
              <a:ext uri="{FF2B5EF4-FFF2-40B4-BE49-F238E27FC236}">
                <a16:creationId xmlns:a16="http://schemas.microsoft.com/office/drawing/2014/main" id="{CE793B0C-1144-A25F-63C6-3F3CF6C72C9A}"/>
              </a:ext>
            </a:extLst>
          </p:cNvPr>
          <p:cNvCxnSpPr/>
          <p:nvPr/>
        </p:nvCxnSpPr>
        <p:spPr>
          <a:xfrm>
            <a:off x="1824990" y="1874979"/>
            <a:ext cx="7141464" cy="0"/>
          </a:xfrm>
          <a:prstGeom prst="line">
            <a:avLst/>
          </a:prstGeom>
          <a:ln w="28575"/>
        </p:spPr>
        <p:style>
          <a:lnRef idx="2">
            <a:schemeClr val="accent2"/>
          </a:lnRef>
          <a:fillRef idx="0">
            <a:schemeClr val="accent2"/>
          </a:fillRef>
          <a:effectRef idx="1">
            <a:schemeClr val="accent2"/>
          </a:effectRef>
          <a:fontRef idx="minor">
            <a:schemeClr val="tx1"/>
          </a:fontRef>
        </p:style>
      </p:cxnSp>
      <p:sp>
        <p:nvSpPr>
          <p:cNvPr id="2" name="TextBox 1">
            <a:extLst>
              <a:ext uri="{FF2B5EF4-FFF2-40B4-BE49-F238E27FC236}">
                <a16:creationId xmlns:a16="http://schemas.microsoft.com/office/drawing/2014/main" id="{08A5C235-BA72-0CBD-6FCA-3539229F20F9}"/>
              </a:ext>
            </a:extLst>
          </p:cNvPr>
          <p:cNvSpPr txBox="1"/>
          <p:nvPr/>
        </p:nvSpPr>
        <p:spPr>
          <a:xfrm>
            <a:off x="1703451" y="1474869"/>
            <a:ext cx="7754620" cy="400110"/>
          </a:xfrm>
          <a:prstGeom prst="rect">
            <a:avLst/>
          </a:prstGeom>
          <a:noFill/>
        </p:spPr>
        <p:txBody>
          <a:bodyPr wrap="square" rtlCol="0">
            <a:spAutoFit/>
          </a:bodyPr>
          <a:lstStyle/>
          <a:p>
            <a:r>
              <a:rPr lang="en-US" sz="2000" b="1"/>
              <a:t>Vì sao chọn Học máy có giám sát cho bài toán lọc email spam?</a:t>
            </a:r>
          </a:p>
        </p:txBody>
      </p:sp>
      <p:pic>
        <p:nvPicPr>
          <p:cNvPr id="1026" name="Picture 2" descr="Tải ngay 99+ hình ảnh dấu chấm hỏi trong powerpoint đẹp nhất">
            <a:extLst>
              <a:ext uri="{FF2B5EF4-FFF2-40B4-BE49-F238E27FC236}">
                <a16:creationId xmlns:a16="http://schemas.microsoft.com/office/drawing/2014/main" id="{2EC276A8-F595-29B9-37EE-4AFF147903D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308" t="15876" r="16279" b="15004"/>
          <a:stretch>
            <a:fillRect/>
          </a:stretch>
        </p:blipFill>
        <p:spPr bwMode="auto">
          <a:xfrm>
            <a:off x="258698" y="934260"/>
            <a:ext cx="1444753" cy="148132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Diagonal Corners Snipped 2">
            <a:extLst>
              <a:ext uri="{FF2B5EF4-FFF2-40B4-BE49-F238E27FC236}">
                <a16:creationId xmlns:a16="http://schemas.microsoft.com/office/drawing/2014/main" id="{77997FCD-319D-1918-EB12-F4740D518A4B}"/>
              </a:ext>
            </a:extLst>
          </p:cNvPr>
          <p:cNvSpPr/>
          <p:nvPr/>
        </p:nvSpPr>
        <p:spPr>
          <a:xfrm>
            <a:off x="981074" y="3026858"/>
            <a:ext cx="4102990" cy="2980750"/>
          </a:xfrm>
          <a:prstGeom prst="snip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LÝ DO </a:t>
            </a:r>
          </a:p>
          <a:p>
            <a:pPr marL="285750" indent="-285750">
              <a:buFontTx/>
              <a:buChar char="-"/>
            </a:pPr>
            <a:r>
              <a:rPr lang="vi-VN"/>
              <a:t>Dữ liệu email spam thường đã được gán nhãn rõ ràng (spam / không spam)</a:t>
            </a:r>
            <a:endParaRPr lang="en-US"/>
          </a:p>
          <a:p>
            <a:pPr marL="285750" indent="-285750">
              <a:buFontTx/>
              <a:buChar char="-"/>
            </a:pPr>
            <a:r>
              <a:rPr lang="en-US"/>
              <a:t>Bài toán có mục tiêu phân loại cụ thể</a:t>
            </a:r>
          </a:p>
          <a:p>
            <a:pPr marL="285750" indent="-285750">
              <a:buFontTx/>
              <a:buChar char="-"/>
            </a:pPr>
            <a:r>
              <a:rPr lang="en-US"/>
              <a:t>Dễ đánh giá hiệu quả mô hình thông qua các chỉ số</a:t>
            </a:r>
          </a:p>
        </p:txBody>
      </p:sp>
      <p:sp>
        <p:nvSpPr>
          <p:cNvPr id="5" name="Rectangle: Diagonal Corners Snipped 4">
            <a:extLst>
              <a:ext uri="{FF2B5EF4-FFF2-40B4-BE49-F238E27FC236}">
                <a16:creationId xmlns:a16="http://schemas.microsoft.com/office/drawing/2014/main" id="{DF917336-9EB8-D4EC-5D1B-C54F95C5DF8F}"/>
              </a:ext>
            </a:extLst>
          </p:cNvPr>
          <p:cNvSpPr/>
          <p:nvPr/>
        </p:nvSpPr>
        <p:spPr>
          <a:xfrm>
            <a:off x="6914959" y="3026858"/>
            <a:ext cx="4102990" cy="2980750"/>
          </a:xfrm>
          <a:prstGeom prst="snip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a:t>Ưu điểm </a:t>
            </a:r>
            <a:endParaRPr lang="en-US"/>
          </a:p>
          <a:p>
            <a:pPr marL="285750" indent="-285750">
              <a:buFontTx/>
              <a:buChar char="-"/>
            </a:pPr>
            <a:r>
              <a:rPr lang="en-US"/>
              <a:t>Độ chính xác cao khi dữ liệu huấn luyện đủ lớn</a:t>
            </a:r>
          </a:p>
          <a:p>
            <a:pPr marL="285750" indent="-285750">
              <a:buFontTx/>
              <a:buChar char="-"/>
            </a:pPr>
            <a:r>
              <a:rPr lang="en-US"/>
              <a:t>Khả năng mở rộng và cải thiện theo dữ liệu mới</a:t>
            </a:r>
          </a:p>
          <a:p>
            <a:pPr marL="285750" indent="-285750">
              <a:buFontTx/>
              <a:buChar char="-"/>
            </a:pPr>
            <a:r>
              <a:rPr lang="en-US"/>
              <a:t>Phù hợp với các thuật toán phân loại văn bản</a:t>
            </a:r>
          </a:p>
        </p:txBody>
      </p:sp>
      <p:sp>
        <p:nvSpPr>
          <p:cNvPr id="6" name="Slide Number Placeholder 5">
            <a:extLst>
              <a:ext uri="{FF2B5EF4-FFF2-40B4-BE49-F238E27FC236}">
                <a16:creationId xmlns:a16="http://schemas.microsoft.com/office/drawing/2014/main" id="{1FE6A1FC-EC75-B219-EEEE-D408858F4344}"/>
              </a:ext>
            </a:extLst>
          </p:cNvPr>
          <p:cNvSpPr>
            <a:spLocks noGrp="1"/>
          </p:cNvSpPr>
          <p:nvPr>
            <p:ph type="sldNum" sz="quarter" idx="12"/>
          </p:nvPr>
        </p:nvSpPr>
        <p:spPr/>
        <p:txBody>
          <a:bodyPr/>
          <a:lstStyle/>
          <a:p>
            <a:fld id="{5A19980F-CA33-44C6-913D-F0BB155EDB91}" type="slidenum">
              <a:rPr lang="en-US" smtClean="0">
                <a:solidFill>
                  <a:schemeClr val="tx1"/>
                </a:solidFill>
              </a:rPr>
              <a:t>12</a:t>
            </a:fld>
            <a:endParaRPr lang="en-US">
              <a:solidFill>
                <a:schemeClr val="tx1"/>
              </a:solidFill>
            </a:endParaRPr>
          </a:p>
        </p:txBody>
      </p:sp>
    </p:spTree>
    <p:extLst>
      <p:ext uri="{BB962C8B-B14F-4D97-AF65-F5344CB8AC3E}">
        <p14:creationId xmlns:p14="http://schemas.microsoft.com/office/powerpoint/2010/main" val="392171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55CF2-6F44-3ABD-0296-96136D4F15DB}"/>
            </a:ext>
          </a:extLst>
        </p:cNvPr>
        <p:cNvGrpSpPr/>
        <p:nvPr/>
      </p:nvGrpSpPr>
      <p:grpSpPr>
        <a:xfrm>
          <a:off x="0" y="0"/>
          <a:ext cx="0" cy="0"/>
          <a:chOff x="0" y="0"/>
          <a:chExt cx="0" cy="0"/>
        </a:xfrm>
      </p:grpSpPr>
      <p:sp>
        <p:nvSpPr>
          <p:cNvPr id="4" name="Rectangle: Diagonal Corners Snipped 3">
            <a:extLst>
              <a:ext uri="{FF2B5EF4-FFF2-40B4-BE49-F238E27FC236}">
                <a16:creationId xmlns:a16="http://schemas.microsoft.com/office/drawing/2014/main" id="{8EC512A5-960D-758B-127D-CD5A52A8A0F5}"/>
              </a:ext>
            </a:extLst>
          </p:cNvPr>
          <p:cNvSpPr/>
          <p:nvPr/>
        </p:nvSpPr>
        <p:spPr>
          <a:xfrm>
            <a:off x="317500" y="127000"/>
            <a:ext cx="4165600" cy="736600"/>
          </a:xfrm>
          <a:prstGeom prst="snip2Diag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2. CƠ SỞ LÝ THUYẾT</a:t>
            </a:r>
          </a:p>
        </p:txBody>
      </p:sp>
      <p:cxnSp>
        <p:nvCxnSpPr>
          <p:cNvPr id="11" name="Straight Connector 10">
            <a:extLst>
              <a:ext uri="{FF2B5EF4-FFF2-40B4-BE49-F238E27FC236}">
                <a16:creationId xmlns:a16="http://schemas.microsoft.com/office/drawing/2014/main" id="{61046298-A376-1F1C-8BD9-9401511D6963}"/>
              </a:ext>
            </a:extLst>
          </p:cNvPr>
          <p:cNvCxnSpPr>
            <a:cxnSpLocks/>
          </p:cNvCxnSpPr>
          <p:nvPr/>
        </p:nvCxnSpPr>
        <p:spPr>
          <a:xfrm>
            <a:off x="1493138" y="1535150"/>
            <a:ext cx="1814322" cy="0"/>
          </a:xfrm>
          <a:prstGeom prst="line">
            <a:avLst/>
          </a:prstGeom>
          <a:ln w="28575"/>
        </p:spPr>
        <p:style>
          <a:lnRef idx="2">
            <a:schemeClr val="accent2"/>
          </a:lnRef>
          <a:fillRef idx="0">
            <a:schemeClr val="accent2"/>
          </a:fillRef>
          <a:effectRef idx="1">
            <a:schemeClr val="accent2"/>
          </a:effectRef>
          <a:fontRef idx="minor">
            <a:schemeClr val="tx1"/>
          </a:fontRef>
        </p:style>
      </p:cxnSp>
      <p:sp>
        <p:nvSpPr>
          <p:cNvPr id="2" name="TextBox 1">
            <a:extLst>
              <a:ext uri="{FF2B5EF4-FFF2-40B4-BE49-F238E27FC236}">
                <a16:creationId xmlns:a16="http://schemas.microsoft.com/office/drawing/2014/main" id="{F76DB845-FB7F-6DEB-7BF9-27308FB181B8}"/>
              </a:ext>
            </a:extLst>
          </p:cNvPr>
          <p:cNvSpPr txBox="1"/>
          <p:nvPr/>
        </p:nvSpPr>
        <p:spPr>
          <a:xfrm>
            <a:off x="1382077" y="1098985"/>
            <a:ext cx="2036445" cy="400110"/>
          </a:xfrm>
          <a:prstGeom prst="rect">
            <a:avLst/>
          </a:prstGeom>
          <a:noFill/>
        </p:spPr>
        <p:txBody>
          <a:bodyPr wrap="square" rtlCol="0">
            <a:spAutoFit/>
          </a:bodyPr>
          <a:lstStyle/>
          <a:p>
            <a:r>
              <a:rPr lang="en-US" sz="2000" b="1"/>
              <a:t>KHÁI NIỆM SVM</a:t>
            </a:r>
          </a:p>
        </p:txBody>
      </p:sp>
      <p:sp>
        <p:nvSpPr>
          <p:cNvPr id="3" name="Rectangle: Diagonal Corners Snipped 2">
            <a:extLst>
              <a:ext uri="{FF2B5EF4-FFF2-40B4-BE49-F238E27FC236}">
                <a16:creationId xmlns:a16="http://schemas.microsoft.com/office/drawing/2014/main" id="{4AC9F967-1D09-B6BE-8B55-DC4313545EF2}"/>
              </a:ext>
            </a:extLst>
          </p:cNvPr>
          <p:cNvSpPr/>
          <p:nvPr/>
        </p:nvSpPr>
        <p:spPr>
          <a:xfrm>
            <a:off x="554544" y="1694855"/>
            <a:ext cx="4102990" cy="2980750"/>
          </a:xfrm>
          <a:prstGeom prst="snip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Tx/>
              <a:buChar char="-"/>
            </a:pPr>
            <a:r>
              <a:rPr lang="en-US"/>
              <a:t>Support Vector Machine (SVM) là một </a:t>
            </a:r>
            <a:r>
              <a:rPr lang="en-US" b="1"/>
              <a:t>thuật toán học máy có giám sát</a:t>
            </a:r>
          </a:p>
          <a:p>
            <a:pPr marL="285750" indent="-285750">
              <a:buFontTx/>
              <a:buChar char="-"/>
            </a:pPr>
            <a:r>
              <a:rPr lang="vi-VN"/>
              <a:t>Được sử dụng chủ yếu cho các bài toán:</a:t>
            </a:r>
            <a:r>
              <a:rPr lang="en-US"/>
              <a:t> Phân loại (Classification), Hồi quy (Regression)</a:t>
            </a:r>
          </a:p>
          <a:p>
            <a:pPr marL="285750" indent="-285750">
              <a:buFontTx/>
              <a:buChar char="-"/>
            </a:pPr>
            <a:r>
              <a:rPr lang="vi-VN"/>
              <a:t>Mục tiêu của SVM là </a:t>
            </a:r>
            <a:r>
              <a:rPr lang="vi-VN" b="1"/>
              <a:t>tìm ra ranh giới tối ưu</a:t>
            </a:r>
            <a:r>
              <a:rPr lang="vi-VN"/>
              <a:t> để phân tách các lớp dữ liệu</a:t>
            </a:r>
          </a:p>
        </p:txBody>
      </p:sp>
      <p:sp>
        <p:nvSpPr>
          <p:cNvPr id="5" name="Rectangle: Diagonal Corners Snipped 4">
            <a:extLst>
              <a:ext uri="{FF2B5EF4-FFF2-40B4-BE49-F238E27FC236}">
                <a16:creationId xmlns:a16="http://schemas.microsoft.com/office/drawing/2014/main" id="{91DF4A82-C027-368E-3FEB-DD3A9696F1E6}"/>
              </a:ext>
            </a:extLst>
          </p:cNvPr>
          <p:cNvSpPr/>
          <p:nvPr/>
        </p:nvSpPr>
        <p:spPr>
          <a:xfrm>
            <a:off x="6874572" y="1694854"/>
            <a:ext cx="4102990" cy="3892127"/>
          </a:xfrm>
          <a:prstGeom prst="snip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Cách SVM phân loại dữ liệu:</a:t>
            </a:r>
          </a:p>
          <a:p>
            <a:pPr marL="285750" indent="-285750">
              <a:buFontTx/>
              <a:buChar char="-"/>
            </a:pPr>
            <a:r>
              <a:rPr lang="en-US"/>
              <a:t>SVM tìm một </a:t>
            </a:r>
            <a:r>
              <a:rPr lang="en-US" b="1"/>
              <a:t>siêu phẳng (hyperplane)</a:t>
            </a:r>
            <a:r>
              <a:rPr lang="en-US"/>
              <a:t> để phân chia dữ liệu thành các lớp</a:t>
            </a:r>
          </a:p>
          <a:p>
            <a:pPr marL="285750" indent="-285750">
              <a:buFontTx/>
              <a:buChar char="-"/>
            </a:pPr>
            <a:r>
              <a:rPr lang="vi-VN"/>
              <a:t>Siêu phẳng được chọn sao cho</a:t>
            </a:r>
            <a:r>
              <a:rPr lang="en-US"/>
              <a:t>: Khoảng cách đến các điểm dữ liệu gần nhất của mỗi lớp là </a:t>
            </a:r>
            <a:r>
              <a:rPr lang="en-US" b="1"/>
              <a:t>lớn nhất.</a:t>
            </a:r>
            <a:endParaRPr lang="en-US"/>
          </a:p>
          <a:p>
            <a:pPr marL="285750" indent="-285750">
              <a:buFontTx/>
              <a:buChar char="-"/>
            </a:pPr>
            <a:r>
              <a:rPr lang="vi-VN"/>
              <a:t>Các điểm nằm gần siêu phẳng nhất được gọi là </a:t>
            </a:r>
            <a:r>
              <a:rPr lang="vi-VN" b="1"/>
              <a:t>support vectors</a:t>
            </a:r>
            <a:endParaRPr lang="en-US" b="1"/>
          </a:p>
          <a:p>
            <a:pPr marL="285750" indent="-285750">
              <a:buFontTx/>
              <a:buChar char="-"/>
            </a:pPr>
            <a:r>
              <a:rPr lang="vi-VN"/>
              <a:t>Khoảng cách này được gọi là </a:t>
            </a:r>
            <a:r>
              <a:rPr lang="vi-VN" b="1"/>
              <a:t>margin</a:t>
            </a:r>
            <a:r>
              <a:rPr lang="vi-VN"/>
              <a:t>, càng lớn thì mô hình càng ổn định.</a:t>
            </a:r>
            <a:endParaRPr lang="en-US"/>
          </a:p>
        </p:txBody>
      </p:sp>
      <p:pic>
        <p:nvPicPr>
          <p:cNvPr id="2050" name="Picture 2" descr="300+ Hình Ảnh Dấu Chấm Hỏi Đẹp, Độc Đáo, Ngộ Nghĩnh Nhất">
            <a:extLst>
              <a:ext uri="{FF2B5EF4-FFF2-40B4-BE49-F238E27FC236}">
                <a16:creationId xmlns:a16="http://schemas.microsoft.com/office/drawing/2014/main" id="{454061D8-5ACB-83B6-2FF0-EF9CDA51579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1874" t="4914" r="27920" b="9086"/>
          <a:stretch>
            <a:fillRect/>
          </a:stretch>
        </p:blipFill>
        <p:spPr bwMode="auto">
          <a:xfrm>
            <a:off x="4718303" y="127000"/>
            <a:ext cx="1014985" cy="157276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upport Vector Machine">
            <a:extLst>
              <a:ext uri="{FF2B5EF4-FFF2-40B4-BE49-F238E27FC236}">
                <a16:creationId xmlns:a16="http://schemas.microsoft.com/office/drawing/2014/main" id="{33E74795-2E96-1103-57CA-16A0F08126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2906" y="5102225"/>
            <a:ext cx="2800350" cy="1628775"/>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FD27C07C-937B-BD42-7251-98FDB2534355}"/>
              </a:ext>
            </a:extLst>
          </p:cNvPr>
          <p:cNvCxnSpPr>
            <a:cxnSpLocks/>
          </p:cNvCxnSpPr>
          <p:nvPr/>
        </p:nvCxnSpPr>
        <p:spPr>
          <a:xfrm>
            <a:off x="8018905" y="1535221"/>
            <a:ext cx="1814322" cy="0"/>
          </a:xfrm>
          <a:prstGeom prst="line">
            <a:avLst/>
          </a:prstGeom>
          <a:ln w="28575"/>
        </p:spPr>
        <p:style>
          <a:lnRef idx="2">
            <a:schemeClr val="accent2"/>
          </a:lnRef>
          <a:fillRef idx="0">
            <a:schemeClr val="accent2"/>
          </a:fillRef>
          <a:effectRef idx="1">
            <a:schemeClr val="accent2"/>
          </a:effectRef>
          <a:fontRef idx="minor">
            <a:schemeClr val="tx1"/>
          </a:fontRef>
        </p:style>
      </p:cxnSp>
      <p:sp>
        <p:nvSpPr>
          <p:cNvPr id="8" name="TextBox 7">
            <a:extLst>
              <a:ext uri="{FF2B5EF4-FFF2-40B4-BE49-F238E27FC236}">
                <a16:creationId xmlns:a16="http://schemas.microsoft.com/office/drawing/2014/main" id="{03BE25B2-49EC-17EE-FACC-0E49304AB55F}"/>
              </a:ext>
            </a:extLst>
          </p:cNvPr>
          <p:cNvSpPr txBox="1"/>
          <p:nvPr/>
        </p:nvSpPr>
        <p:spPr>
          <a:xfrm>
            <a:off x="6766559" y="1098985"/>
            <a:ext cx="4211003" cy="400110"/>
          </a:xfrm>
          <a:prstGeom prst="rect">
            <a:avLst/>
          </a:prstGeom>
          <a:noFill/>
        </p:spPr>
        <p:txBody>
          <a:bodyPr wrap="square" rtlCol="0">
            <a:spAutoFit/>
          </a:bodyPr>
          <a:lstStyle/>
          <a:p>
            <a:r>
              <a:rPr lang="en-US" sz="2000" b="1"/>
              <a:t>NGUYÊN LÝ HOẠT ĐỘNG CỦA SVM</a:t>
            </a:r>
          </a:p>
        </p:txBody>
      </p:sp>
      <p:sp>
        <p:nvSpPr>
          <p:cNvPr id="6" name="Slide Number Placeholder 5">
            <a:extLst>
              <a:ext uri="{FF2B5EF4-FFF2-40B4-BE49-F238E27FC236}">
                <a16:creationId xmlns:a16="http://schemas.microsoft.com/office/drawing/2014/main" id="{DE0BF952-15B9-F590-8C79-FA6EC3193DC1}"/>
              </a:ext>
            </a:extLst>
          </p:cNvPr>
          <p:cNvSpPr>
            <a:spLocks noGrp="1"/>
          </p:cNvSpPr>
          <p:nvPr>
            <p:ph type="sldNum" sz="quarter" idx="12"/>
          </p:nvPr>
        </p:nvSpPr>
        <p:spPr/>
        <p:txBody>
          <a:bodyPr/>
          <a:lstStyle/>
          <a:p>
            <a:fld id="{5A19980F-CA33-44C6-913D-F0BB155EDB91}" type="slidenum">
              <a:rPr lang="en-US" smtClean="0"/>
              <a:t>13</a:t>
            </a:fld>
            <a:endParaRPr lang="en-US"/>
          </a:p>
        </p:txBody>
      </p:sp>
    </p:spTree>
    <p:extLst>
      <p:ext uri="{BB962C8B-B14F-4D97-AF65-F5344CB8AC3E}">
        <p14:creationId xmlns:p14="http://schemas.microsoft.com/office/powerpoint/2010/main" val="1335801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A52DC-D5AB-1D5A-B44E-6426623A8ADC}"/>
            </a:ext>
          </a:extLst>
        </p:cNvPr>
        <p:cNvGrpSpPr/>
        <p:nvPr/>
      </p:nvGrpSpPr>
      <p:grpSpPr>
        <a:xfrm>
          <a:off x="0" y="0"/>
          <a:ext cx="0" cy="0"/>
          <a:chOff x="0" y="0"/>
          <a:chExt cx="0" cy="0"/>
        </a:xfrm>
      </p:grpSpPr>
      <p:sp>
        <p:nvSpPr>
          <p:cNvPr id="4" name="Rectangle: Diagonal Corners Snipped 3">
            <a:extLst>
              <a:ext uri="{FF2B5EF4-FFF2-40B4-BE49-F238E27FC236}">
                <a16:creationId xmlns:a16="http://schemas.microsoft.com/office/drawing/2014/main" id="{DF208F04-03CF-679C-1F7D-E8E277F7BFD2}"/>
              </a:ext>
            </a:extLst>
          </p:cNvPr>
          <p:cNvSpPr/>
          <p:nvPr/>
        </p:nvSpPr>
        <p:spPr>
          <a:xfrm>
            <a:off x="317500" y="127000"/>
            <a:ext cx="4165600" cy="736600"/>
          </a:xfrm>
          <a:prstGeom prst="snip2Diag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2. CƠ SỞ LÝ THUYẾT</a:t>
            </a:r>
          </a:p>
        </p:txBody>
      </p:sp>
      <p:cxnSp>
        <p:nvCxnSpPr>
          <p:cNvPr id="11" name="Straight Connector 10">
            <a:extLst>
              <a:ext uri="{FF2B5EF4-FFF2-40B4-BE49-F238E27FC236}">
                <a16:creationId xmlns:a16="http://schemas.microsoft.com/office/drawing/2014/main" id="{D91F4D6B-CC3E-517E-84EF-D32C6AA1B69E}"/>
              </a:ext>
            </a:extLst>
          </p:cNvPr>
          <p:cNvCxnSpPr>
            <a:cxnSpLocks/>
          </p:cNvCxnSpPr>
          <p:nvPr/>
        </p:nvCxnSpPr>
        <p:spPr>
          <a:xfrm>
            <a:off x="1524444" y="1316286"/>
            <a:ext cx="1814322" cy="0"/>
          </a:xfrm>
          <a:prstGeom prst="line">
            <a:avLst/>
          </a:prstGeom>
          <a:ln w="28575"/>
        </p:spPr>
        <p:style>
          <a:lnRef idx="2">
            <a:schemeClr val="accent2"/>
          </a:lnRef>
          <a:fillRef idx="0">
            <a:schemeClr val="accent2"/>
          </a:fillRef>
          <a:effectRef idx="1">
            <a:schemeClr val="accent2"/>
          </a:effectRef>
          <a:fontRef idx="minor">
            <a:schemeClr val="tx1"/>
          </a:fontRef>
        </p:style>
      </p:cxnSp>
      <p:sp>
        <p:nvSpPr>
          <p:cNvPr id="2" name="TextBox 1">
            <a:extLst>
              <a:ext uri="{FF2B5EF4-FFF2-40B4-BE49-F238E27FC236}">
                <a16:creationId xmlns:a16="http://schemas.microsoft.com/office/drawing/2014/main" id="{A59C3C9F-BC97-DD2D-1258-C76FB8ACB2C9}"/>
              </a:ext>
            </a:extLst>
          </p:cNvPr>
          <p:cNvSpPr txBox="1"/>
          <p:nvPr/>
        </p:nvSpPr>
        <p:spPr>
          <a:xfrm>
            <a:off x="380110" y="898930"/>
            <a:ext cx="4445318" cy="400110"/>
          </a:xfrm>
          <a:prstGeom prst="rect">
            <a:avLst/>
          </a:prstGeom>
          <a:noFill/>
        </p:spPr>
        <p:txBody>
          <a:bodyPr wrap="square" rtlCol="0">
            <a:spAutoFit/>
          </a:bodyPr>
          <a:lstStyle/>
          <a:p>
            <a:r>
              <a:rPr lang="en-US" sz="2000" b="1"/>
              <a:t>NGUYÊN LÝ HOẠT ĐỘNG CỦA SVM</a:t>
            </a:r>
          </a:p>
        </p:txBody>
      </p:sp>
      <p:sp>
        <p:nvSpPr>
          <p:cNvPr id="6" name="Rectangle: Diagonal Corners Snipped 5">
            <a:extLst>
              <a:ext uri="{FF2B5EF4-FFF2-40B4-BE49-F238E27FC236}">
                <a16:creationId xmlns:a16="http://schemas.microsoft.com/office/drawing/2014/main" id="{961AD073-7646-C32F-0108-69C08C7CA968}"/>
              </a:ext>
            </a:extLst>
          </p:cNvPr>
          <p:cNvSpPr/>
          <p:nvPr/>
        </p:nvSpPr>
        <p:spPr>
          <a:xfrm>
            <a:off x="295656" y="1410153"/>
            <a:ext cx="4102990" cy="3892127"/>
          </a:xfrm>
          <a:prstGeom prst="snip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Cách SVM phân loại dữ liệu:</a:t>
            </a:r>
          </a:p>
          <a:p>
            <a:pPr marL="285750" indent="-285750">
              <a:buFontTx/>
              <a:buChar char="-"/>
            </a:pPr>
            <a:r>
              <a:rPr lang="en-US"/>
              <a:t>SVM tìm một </a:t>
            </a:r>
            <a:r>
              <a:rPr lang="en-US" b="1"/>
              <a:t>siêu phẳng (hyperplane)</a:t>
            </a:r>
            <a:r>
              <a:rPr lang="en-US"/>
              <a:t> để phân chia dữ liệu thành các lớp</a:t>
            </a:r>
          </a:p>
          <a:p>
            <a:pPr marL="285750" indent="-285750">
              <a:buFontTx/>
              <a:buChar char="-"/>
            </a:pPr>
            <a:r>
              <a:rPr lang="vi-VN"/>
              <a:t>Siêu phẳng được chọn sao cho</a:t>
            </a:r>
            <a:r>
              <a:rPr lang="en-US"/>
              <a:t>: Khoảng cách đến các điểm dữ liệu gần nhất của mỗi lớp là </a:t>
            </a:r>
            <a:r>
              <a:rPr lang="en-US" b="1"/>
              <a:t>lớn nhất.</a:t>
            </a:r>
            <a:endParaRPr lang="en-US"/>
          </a:p>
          <a:p>
            <a:pPr marL="285750" indent="-285750">
              <a:buFontTx/>
              <a:buChar char="-"/>
            </a:pPr>
            <a:r>
              <a:rPr lang="vi-VN"/>
              <a:t>Các điểm nằm gần siêu phẳng nhất được gọi là </a:t>
            </a:r>
            <a:r>
              <a:rPr lang="vi-VN" b="1"/>
              <a:t>support vectors</a:t>
            </a:r>
            <a:endParaRPr lang="en-US" b="1"/>
          </a:p>
          <a:p>
            <a:pPr marL="285750" indent="-285750">
              <a:buFontTx/>
              <a:buChar char="-"/>
            </a:pPr>
            <a:r>
              <a:rPr lang="vi-VN"/>
              <a:t>Khoảng cách này được gọi là </a:t>
            </a:r>
            <a:r>
              <a:rPr lang="vi-VN" b="1"/>
              <a:t>margin</a:t>
            </a:r>
            <a:r>
              <a:rPr lang="vi-VN"/>
              <a:t>, càng lớn thì mô hình càng ổn định.</a:t>
            </a:r>
            <a:endParaRPr lang="en-US"/>
          </a:p>
        </p:txBody>
      </p:sp>
      <p:pic>
        <p:nvPicPr>
          <p:cNvPr id="9" name="Picture 4" descr="Support Vector Machine">
            <a:extLst>
              <a:ext uri="{FF2B5EF4-FFF2-40B4-BE49-F238E27FC236}">
                <a16:creationId xmlns:a16="http://schemas.microsoft.com/office/drawing/2014/main" id="{013557E0-3C98-14F4-4885-F1F89F6555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3100" y="5144682"/>
            <a:ext cx="2800350" cy="1628775"/>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AD695EA7-140A-6F04-4740-6CFF9AA23C19}"/>
              </a:ext>
            </a:extLst>
          </p:cNvPr>
          <p:cNvCxnSpPr>
            <a:cxnSpLocks/>
          </p:cNvCxnSpPr>
          <p:nvPr/>
        </p:nvCxnSpPr>
        <p:spPr>
          <a:xfrm>
            <a:off x="7878890" y="1339107"/>
            <a:ext cx="1814322" cy="0"/>
          </a:xfrm>
          <a:prstGeom prst="line">
            <a:avLst/>
          </a:prstGeom>
          <a:ln w="28575"/>
        </p:spPr>
        <p:style>
          <a:lnRef idx="2">
            <a:schemeClr val="accent2"/>
          </a:lnRef>
          <a:fillRef idx="0">
            <a:schemeClr val="accent2"/>
          </a:fillRef>
          <a:effectRef idx="1">
            <a:schemeClr val="accent2"/>
          </a:effectRef>
          <a:fontRef idx="minor">
            <a:schemeClr val="tx1"/>
          </a:fontRef>
        </p:style>
      </p:cxnSp>
      <p:sp>
        <p:nvSpPr>
          <p:cNvPr id="12" name="TextBox 11">
            <a:extLst>
              <a:ext uri="{FF2B5EF4-FFF2-40B4-BE49-F238E27FC236}">
                <a16:creationId xmlns:a16="http://schemas.microsoft.com/office/drawing/2014/main" id="{F9BC53BC-B9EF-73D8-3A2E-767925D7BD77}"/>
              </a:ext>
            </a:extLst>
          </p:cNvPr>
          <p:cNvSpPr txBox="1"/>
          <p:nvPr/>
        </p:nvSpPr>
        <p:spPr>
          <a:xfrm>
            <a:off x="6734556" y="854006"/>
            <a:ext cx="4921150" cy="400110"/>
          </a:xfrm>
          <a:prstGeom prst="rect">
            <a:avLst/>
          </a:prstGeom>
          <a:noFill/>
        </p:spPr>
        <p:txBody>
          <a:bodyPr wrap="square" rtlCol="0">
            <a:spAutoFit/>
          </a:bodyPr>
          <a:lstStyle/>
          <a:p>
            <a:r>
              <a:rPr lang="en-US" sz="2000"/>
              <a:t>Vì sao chọn SVM cho phân loại văn bản?</a:t>
            </a:r>
            <a:endParaRPr lang="en-US" sz="2000" b="1"/>
          </a:p>
        </p:txBody>
      </p:sp>
      <p:sp>
        <p:nvSpPr>
          <p:cNvPr id="13" name="Rectangle: Diagonal Corners Snipped 12">
            <a:extLst>
              <a:ext uri="{FF2B5EF4-FFF2-40B4-BE49-F238E27FC236}">
                <a16:creationId xmlns:a16="http://schemas.microsoft.com/office/drawing/2014/main" id="{47D71E17-3C83-CD0D-BF35-614B4352C5DC}"/>
              </a:ext>
            </a:extLst>
          </p:cNvPr>
          <p:cNvSpPr/>
          <p:nvPr/>
        </p:nvSpPr>
        <p:spPr>
          <a:xfrm>
            <a:off x="6842569" y="1410152"/>
            <a:ext cx="4102990" cy="3892127"/>
          </a:xfrm>
          <a:prstGeom prst="snip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Cách SVM phân loại dữ liệu:</a:t>
            </a:r>
          </a:p>
          <a:p>
            <a:pPr marL="285750" indent="-285750">
              <a:buFontTx/>
              <a:buChar char="-"/>
            </a:pPr>
            <a:r>
              <a:rPr lang="en-US"/>
              <a:t>SVM tìm một </a:t>
            </a:r>
            <a:r>
              <a:rPr lang="en-US" b="1"/>
              <a:t>siêu phẳng (hyperplane)</a:t>
            </a:r>
            <a:r>
              <a:rPr lang="en-US"/>
              <a:t> để phân chia dữ liệu thành các lớp</a:t>
            </a:r>
          </a:p>
          <a:p>
            <a:pPr marL="285750" indent="-285750">
              <a:buFontTx/>
              <a:buChar char="-"/>
            </a:pPr>
            <a:r>
              <a:rPr lang="vi-VN"/>
              <a:t>Siêu phẳng được chọn sao cho</a:t>
            </a:r>
            <a:r>
              <a:rPr lang="en-US"/>
              <a:t>: Khoảng cách đến các điểm dữ liệu gần nhất của mỗi lớp là </a:t>
            </a:r>
            <a:r>
              <a:rPr lang="en-US" b="1"/>
              <a:t>lớn nhất.</a:t>
            </a:r>
            <a:endParaRPr lang="en-US"/>
          </a:p>
          <a:p>
            <a:pPr marL="285750" indent="-285750">
              <a:buFontTx/>
              <a:buChar char="-"/>
            </a:pPr>
            <a:r>
              <a:rPr lang="vi-VN"/>
              <a:t>Các điểm nằm gần siêu phẳng nhất được gọi là </a:t>
            </a:r>
            <a:r>
              <a:rPr lang="vi-VN" b="1"/>
              <a:t>support vectors</a:t>
            </a:r>
            <a:endParaRPr lang="en-US" b="1"/>
          </a:p>
          <a:p>
            <a:pPr marL="285750" indent="-285750">
              <a:buFontTx/>
              <a:buChar char="-"/>
            </a:pPr>
            <a:r>
              <a:rPr lang="vi-VN"/>
              <a:t>Khoảng cách này được gọi là </a:t>
            </a:r>
            <a:r>
              <a:rPr lang="vi-VN" b="1"/>
              <a:t>margin</a:t>
            </a:r>
            <a:r>
              <a:rPr lang="vi-VN"/>
              <a:t>, càng lớn thì mô hình càng ổn định.</a:t>
            </a:r>
            <a:endParaRPr lang="en-US"/>
          </a:p>
        </p:txBody>
      </p:sp>
      <p:sp>
        <p:nvSpPr>
          <p:cNvPr id="3" name="Slide Number Placeholder 2">
            <a:extLst>
              <a:ext uri="{FF2B5EF4-FFF2-40B4-BE49-F238E27FC236}">
                <a16:creationId xmlns:a16="http://schemas.microsoft.com/office/drawing/2014/main" id="{FF294265-D6C2-CA9A-CA11-AE27F18F16F5}"/>
              </a:ext>
            </a:extLst>
          </p:cNvPr>
          <p:cNvSpPr>
            <a:spLocks noGrp="1"/>
          </p:cNvSpPr>
          <p:nvPr>
            <p:ph type="sldNum" sz="quarter" idx="12"/>
          </p:nvPr>
        </p:nvSpPr>
        <p:spPr/>
        <p:txBody>
          <a:bodyPr/>
          <a:lstStyle/>
          <a:p>
            <a:fld id="{5A19980F-CA33-44C6-913D-F0BB155EDB91}" type="slidenum">
              <a:rPr lang="en-US" smtClean="0"/>
              <a:t>14</a:t>
            </a:fld>
            <a:endParaRPr lang="en-US"/>
          </a:p>
        </p:txBody>
      </p:sp>
    </p:spTree>
    <p:extLst>
      <p:ext uri="{BB962C8B-B14F-4D97-AF65-F5344CB8AC3E}">
        <p14:creationId xmlns:p14="http://schemas.microsoft.com/office/powerpoint/2010/main" val="2110597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8A0FE-17F8-590E-9514-5E1B6CC20E40}"/>
            </a:ext>
          </a:extLst>
        </p:cNvPr>
        <p:cNvGrpSpPr/>
        <p:nvPr/>
      </p:nvGrpSpPr>
      <p:grpSpPr>
        <a:xfrm>
          <a:off x="0" y="0"/>
          <a:ext cx="0" cy="0"/>
          <a:chOff x="0" y="0"/>
          <a:chExt cx="0" cy="0"/>
        </a:xfrm>
      </p:grpSpPr>
      <p:sp>
        <p:nvSpPr>
          <p:cNvPr id="4" name="Rectangle: Diagonal Corners Snipped 3">
            <a:extLst>
              <a:ext uri="{FF2B5EF4-FFF2-40B4-BE49-F238E27FC236}">
                <a16:creationId xmlns:a16="http://schemas.microsoft.com/office/drawing/2014/main" id="{E2C37FC6-D5AB-E8CE-0FEB-137FA8402CEE}"/>
              </a:ext>
            </a:extLst>
          </p:cNvPr>
          <p:cNvSpPr/>
          <p:nvPr/>
        </p:nvSpPr>
        <p:spPr>
          <a:xfrm>
            <a:off x="317500" y="127000"/>
            <a:ext cx="5778500" cy="736600"/>
          </a:xfrm>
          <a:prstGeom prst="snip2Diag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3. HIỆN THỰC HÓA NGHIÊN CỨU</a:t>
            </a:r>
          </a:p>
        </p:txBody>
      </p:sp>
      <p:sp>
        <p:nvSpPr>
          <p:cNvPr id="2" name="TextBox 1">
            <a:extLst>
              <a:ext uri="{FF2B5EF4-FFF2-40B4-BE49-F238E27FC236}">
                <a16:creationId xmlns:a16="http://schemas.microsoft.com/office/drawing/2014/main" id="{44D15073-4E50-C330-A7AB-5C82FD29C96B}"/>
              </a:ext>
            </a:extLst>
          </p:cNvPr>
          <p:cNvSpPr txBox="1"/>
          <p:nvPr/>
        </p:nvSpPr>
        <p:spPr>
          <a:xfrm>
            <a:off x="4174870" y="1127530"/>
            <a:ext cx="4445318" cy="400110"/>
          </a:xfrm>
          <a:prstGeom prst="rect">
            <a:avLst/>
          </a:prstGeom>
          <a:noFill/>
        </p:spPr>
        <p:txBody>
          <a:bodyPr wrap="square" rtlCol="0">
            <a:spAutoFit/>
          </a:bodyPr>
          <a:lstStyle/>
          <a:p>
            <a:r>
              <a:rPr lang="en-US" sz="2000" b="1"/>
              <a:t>Tổng quan hệ thống lọc email spam</a:t>
            </a:r>
          </a:p>
        </p:txBody>
      </p:sp>
      <p:sp>
        <p:nvSpPr>
          <p:cNvPr id="3" name="TextBox 2">
            <a:extLst>
              <a:ext uri="{FF2B5EF4-FFF2-40B4-BE49-F238E27FC236}">
                <a16:creationId xmlns:a16="http://schemas.microsoft.com/office/drawing/2014/main" id="{437143C3-F5E8-9A41-9321-6B1CEFF1E8C5}"/>
              </a:ext>
            </a:extLst>
          </p:cNvPr>
          <p:cNvSpPr txBox="1"/>
          <p:nvPr/>
        </p:nvSpPr>
        <p:spPr>
          <a:xfrm>
            <a:off x="468502" y="1892578"/>
            <a:ext cx="4445318" cy="1323439"/>
          </a:xfrm>
          <a:prstGeom prst="rect">
            <a:avLst/>
          </a:prstGeom>
          <a:noFill/>
        </p:spPr>
        <p:txBody>
          <a:bodyPr wrap="square" rtlCol="0">
            <a:spAutoFit/>
          </a:bodyPr>
          <a:lstStyle/>
          <a:p>
            <a:r>
              <a:rPr lang="vi-VN" sz="2000"/>
              <a:t>Hệ thống được xây dựng dựa trên:</a:t>
            </a:r>
            <a:endParaRPr lang="en-US" sz="2000"/>
          </a:p>
          <a:p>
            <a:pPr marL="342900" indent="-342900">
              <a:buFontTx/>
              <a:buChar char="-"/>
            </a:pPr>
            <a:r>
              <a:rPr lang="en-US" sz="2000"/>
              <a:t>Mô hình </a:t>
            </a:r>
            <a:r>
              <a:rPr lang="en-US" sz="2000" b="1"/>
              <a:t>SVM</a:t>
            </a:r>
          </a:p>
          <a:p>
            <a:pPr marL="342900" indent="-342900">
              <a:buFontTx/>
              <a:buChar char="-"/>
            </a:pPr>
            <a:r>
              <a:rPr lang="en-US" sz="2000" b="1"/>
              <a:t>Ngôn ngữ lập trình Python</a:t>
            </a:r>
          </a:p>
          <a:p>
            <a:pPr marL="342900" indent="-342900">
              <a:buFontTx/>
              <a:buChar char="-"/>
            </a:pPr>
            <a:r>
              <a:rPr lang="en-US" sz="2000"/>
              <a:t>Ứng dụng web </a:t>
            </a:r>
            <a:r>
              <a:rPr lang="en-US" sz="2000" b="1"/>
              <a:t>Flask</a:t>
            </a:r>
            <a:endParaRPr lang="en-US" sz="2000"/>
          </a:p>
        </p:txBody>
      </p:sp>
      <p:sp>
        <p:nvSpPr>
          <p:cNvPr id="15" name="TextBox 14">
            <a:extLst>
              <a:ext uri="{FF2B5EF4-FFF2-40B4-BE49-F238E27FC236}">
                <a16:creationId xmlns:a16="http://schemas.microsoft.com/office/drawing/2014/main" id="{72BEC32C-AC22-A3EA-1981-0AE9B9B13304}"/>
              </a:ext>
            </a:extLst>
          </p:cNvPr>
          <p:cNvSpPr txBox="1"/>
          <p:nvPr/>
        </p:nvSpPr>
        <p:spPr>
          <a:xfrm>
            <a:off x="5924422" y="1892578"/>
            <a:ext cx="4445318" cy="1323439"/>
          </a:xfrm>
          <a:prstGeom prst="rect">
            <a:avLst/>
          </a:prstGeom>
          <a:noFill/>
        </p:spPr>
        <p:txBody>
          <a:bodyPr wrap="square" rtlCol="0">
            <a:spAutoFit/>
          </a:bodyPr>
          <a:lstStyle/>
          <a:p>
            <a:r>
              <a:rPr lang="en-US" sz="2000"/>
              <a:t>Chức năng chính</a:t>
            </a:r>
            <a:r>
              <a:rPr lang="vi-VN" sz="2000"/>
              <a:t>:</a:t>
            </a:r>
            <a:endParaRPr lang="en-US" sz="2000"/>
          </a:p>
          <a:p>
            <a:pPr marL="342900" indent="-342900">
              <a:buFontTx/>
              <a:buChar char="-"/>
            </a:pPr>
            <a:r>
              <a:rPr lang="en-US" sz="2000"/>
              <a:t>Nhận nội dung email từ người dùng</a:t>
            </a:r>
          </a:p>
          <a:p>
            <a:pPr marL="342900" indent="-342900">
              <a:buFontTx/>
              <a:buChar char="-"/>
            </a:pPr>
            <a:r>
              <a:rPr lang="en-US" sz="2000"/>
              <a:t>Phân loại email thành Spam hoặc không Spam</a:t>
            </a:r>
          </a:p>
        </p:txBody>
      </p:sp>
      <p:pic>
        <p:nvPicPr>
          <p:cNvPr id="16" name="Picture 15" descr="Python Programming Language: Everything You Need to Know - Loud Bench">
            <a:extLst>
              <a:ext uri="{FF2B5EF4-FFF2-40B4-BE49-F238E27FC236}">
                <a16:creationId xmlns:a16="http://schemas.microsoft.com/office/drawing/2014/main" id="{3EB0786A-3534-8F38-8C06-4753B2FF80B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4530" r="15997"/>
          <a:stretch>
            <a:fillRect/>
          </a:stretch>
        </p:blipFill>
        <p:spPr bwMode="auto">
          <a:xfrm>
            <a:off x="557784" y="3641984"/>
            <a:ext cx="2215515" cy="1793875"/>
          </a:xfrm>
          <a:prstGeom prst="rect">
            <a:avLst/>
          </a:prstGeom>
          <a:noFill/>
          <a:ln>
            <a:noFill/>
          </a:ln>
          <a:extLst>
            <a:ext uri="{53640926-AAD7-44D8-BBD7-CCE9431645EC}">
              <a14:shadowObscured xmlns:a14="http://schemas.microsoft.com/office/drawing/2010/main"/>
            </a:ext>
          </a:extLst>
        </p:spPr>
      </p:pic>
      <p:pic>
        <p:nvPicPr>
          <p:cNvPr id="17" name="Picture 16" descr="flask python là gì">
            <a:extLst>
              <a:ext uri="{FF2B5EF4-FFF2-40B4-BE49-F238E27FC236}">
                <a16:creationId xmlns:a16="http://schemas.microsoft.com/office/drawing/2014/main" id="{996AE8D6-B138-E051-281F-2809FEDF9D47}"/>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45844" y="3432497"/>
            <a:ext cx="4093551" cy="2301470"/>
          </a:xfrm>
          <a:prstGeom prst="rect">
            <a:avLst/>
          </a:prstGeom>
          <a:noFill/>
          <a:ln>
            <a:noFill/>
          </a:ln>
        </p:spPr>
      </p:pic>
      <p:pic>
        <p:nvPicPr>
          <p:cNvPr id="18" name="Picture 17" descr="Setting up your own Data Science workspace with Visual Studio Code and  Anaconda (Python) | by Christiaan Dollen | TDS Archive | Medium">
            <a:extLst>
              <a:ext uri="{FF2B5EF4-FFF2-40B4-BE49-F238E27FC236}">
                <a16:creationId xmlns:a16="http://schemas.microsoft.com/office/drawing/2014/main" id="{C34960F5-A6DC-56F7-9877-BD3C6DA3012B}"/>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04605" y="3617224"/>
            <a:ext cx="3616960" cy="1899920"/>
          </a:xfrm>
          <a:prstGeom prst="rect">
            <a:avLst/>
          </a:prstGeom>
          <a:noFill/>
          <a:ln>
            <a:noFill/>
          </a:ln>
        </p:spPr>
      </p:pic>
      <p:sp>
        <p:nvSpPr>
          <p:cNvPr id="5" name="Slide Number Placeholder 4">
            <a:extLst>
              <a:ext uri="{FF2B5EF4-FFF2-40B4-BE49-F238E27FC236}">
                <a16:creationId xmlns:a16="http://schemas.microsoft.com/office/drawing/2014/main" id="{783B0D76-9ACA-D684-4301-F66FAE3F6326}"/>
              </a:ext>
            </a:extLst>
          </p:cNvPr>
          <p:cNvSpPr>
            <a:spLocks noGrp="1"/>
          </p:cNvSpPr>
          <p:nvPr>
            <p:ph type="sldNum" sz="quarter" idx="12"/>
          </p:nvPr>
        </p:nvSpPr>
        <p:spPr/>
        <p:txBody>
          <a:bodyPr/>
          <a:lstStyle/>
          <a:p>
            <a:fld id="{5A19980F-CA33-44C6-913D-F0BB155EDB91}" type="slidenum">
              <a:rPr lang="en-US" smtClean="0"/>
              <a:t>15</a:t>
            </a:fld>
            <a:endParaRPr lang="en-US"/>
          </a:p>
        </p:txBody>
      </p:sp>
    </p:spTree>
    <p:extLst>
      <p:ext uri="{BB962C8B-B14F-4D97-AF65-F5344CB8AC3E}">
        <p14:creationId xmlns:p14="http://schemas.microsoft.com/office/powerpoint/2010/main" val="3078848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2D7D0-4F4D-5EAE-EC63-EC06B9286AD5}"/>
            </a:ext>
          </a:extLst>
        </p:cNvPr>
        <p:cNvGrpSpPr/>
        <p:nvPr/>
      </p:nvGrpSpPr>
      <p:grpSpPr>
        <a:xfrm>
          <a:off x="0" y="0"/>
          <a:ext cx="0" cy="0"/>
          <a:chOff x="0" y="0"/>
          <a:chExt cx="0" cy="0"/>
        </a:xfrm>
      </p:grpSpPr>
      <p:sp>
        <p:nvSpPr>
          <p:cNvPr id="4" name="Rectangle: Diagonal Corners Snipped 3">
            <a:extLst>
              <a:ext uri="{FF2B5EF4-FFF2-40B4-BE49-F238E27FC236}">
                <a16:creationId xmlns:a16="http://schemas.microsoft.com/office/drawing/2014/main" id="{54D7409E-ECC0-1DA3-157E-FCFD9E85867F}"/>
              </a:ext>
            </a:extLst>
          </p:cNvPr>
          <p:cNvSpPr/>
          <p:nvPr/>
        </p:nvSpPr>
        <p:spPr>
          <a:xfrm>
            <a:off x="317500" y="127000"/>
            <a:ext cx="5778500" cy="736600"/>
          </a:xfrm>
          <a:prstGeom prst="snip2Diag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3. HIỆN THỰC HÓA NGHIÊN CỨU</a:t>
            </a:r>
          </a:p>
        </p:txBody>
      </p:sp>
      <p:sp>
        <p:nvSpPr>
          <p:cNvPr id="3" name="TextBox 2">
            <a:extLst>
              <a:ext uri="{FF2B5EF4-FFF2-40B4-BE49-F238E27FC236}">
                <a16:creationId xmlns:a16="http://schemas.microsoft.com/office/drawing/2014/main" id="{F98C00ED-4EF1-2024-5203-44AAE5CA7AA4}"/>
              </a:ext>
            </a:extLst>
          </p:cNvPr>
          <p:cNvSpPr txBox="1"/>
          <p:nvPr/>
        </p:nvSpPr>
        <p:spPr>
          <a:xfrm>
            <a:off x="468502" y="1892578"/>
            <a:ext cx="4880738" cy="707886"/>
          </a:xfrm>
          <a:prstGeom prst="rect">
            <a:avLst/>
          </a:prstGeom>
          <a:noFill/>
        </p:spPr>
        <p:txBody>
          <a:bodyPr wrap="square" rtlCol="0">
            <a:spAutoFit/>
          </a:bodyPr>
          <a:lstStyle/>
          <a:p>
            <a:pPr marL="342900" indent="-342900">
              <a:buFontTx/>
              <a:buChar char="-"/>
            </a:pPr>
            <a:r>
              <a:rPr lang="en-US" sz="2000"/>
              <a:t>Sử dụng bộ dữ liệu </a:t>
            </a:r>
            <a:r>
              <a:rPr lang="en-US" sz="2000" b="1"/>
              <a:t>SpamAssassin</a:t>
            </a:r>
          </a:p>
          <a:p>
            <a:pPr marL="342900" indent="-342900">
              <a:buFontTx/>
              <a:buChar char="-"/>
            </a:pPr>
            <a:r>
              <a:rPr lang="en-US" sz="2000"/>
              <a:t>Bổ sung thêm một số email tự xây dựng</a:t>
            </a:r>
            <a:endParaRPr lang="en-US" sz="2000" b="1"/>
          </a:p>
        </p:txBody>
      </p:sp>
      <p:sp>
        <p:nvSpPr>
          <p:cNvPr id="15" name="TextBox 14">
            <a:extLst>
              <a:ext uri="{FF2B5EF4-FFF2-40B4-BE49-F238E27FC236}">
                <a16:creationId xmlns:a16="http://schemas.microsoft.com/office/drawing/2014/main" id="{6EB024D2-6798-A36F-E6D6-44111B4E4903}"/>
              </a:ext>
            </a:extLst>
          </p:cNvPr>
          <p:cNvSpPr txBox="1"/>
          <p:nvPr/>
        </p:nvSpPr>
        <p:spPr>
          <a:xfrm>
            <a:off x="5970142" y="2041634"/>
            <a:ext cx="5898830" cy="400110"/>
          </a:xfrm>
          <a:prstGeom prst="rect">
            <a:avLst/>
          </a:prstGeom>
          <a:noFill/>
        </p:spPr>
        <p:txBody>
          <a:bodyPr wrap="square" rtlCol="0">
            <a:spAutoFit/>
          </a:bodyPr>
          <a:lstStyle/>
          <a:p>
            <a:r>
              <a:rPr lang="vi-VN" sz="2000"/>
              <a:t>Dữ liệu được lưu trữ dưới dạng file văn bản (.txt)</a:t>
            </a:r>
            <a:endParaRPr lang="en-US" sz="2000"/>
          </a:p>
        </p:txBody>
      </p:sp>
      <p:pic>
        <p:nvPicPr>
          <p:cNvPr id="5" name="Picture 4" descr="A blue logo with a white background&#10;&#10;AI-generated content may be incorrect.">
            <a:extLst>
              <a:ext uri="{FF2B5EF4-FFF2-40B4-BE49-F238E27FC236}">
                <a16:creationId xmlns:a16="http://schemas.microsoft.com/office/drawing/2014/main" id="{B40BDB46-9845-62B1-CB89-42EC507DF1A1}"/>
              </a:ext>
            </a:extLst>
          </p:cNvPr>
          <p:cNvPicPr>
            <a:picLocks noChangeAspect="1"/>
          </p:cNvPicPr>
          <p:nvPr/>
        </p:nvPicPr>
        <p:blipFill rotWithShape="1">
          <a:blip r:embed="rId3">
            <a:extLst>
              <a:ext uri="{28A0092B-C50C-407E-A947-70E740481C1C}">
                <a14:useLocalDpi xmlns:a14="http://schemas.microsoft.com/office/drawing/2010/main" val="0"/>
              </a:ext>
            </a:extLst>
          </a:blip>
          <a:srcRect t="-198"/>
          <a:stretch>
            <a:fillRect/>
          </a:stretch>
        </p:blipFill>
        <p:spPr bwMode="auto">
          <a:xfrm>
            <a:off x="1085278" y="3920172"/>
            <a:ext cx="3663950" cy="1577975"/>
          </a:xfrm>
          <a:prstGeom prst="rect">
            <a:avLst/>
          </a:prstGeom>
          <a:noFill/>
          <a:ln>
            <a:noFill/>
          </a:ln>
          <a:extLst>
            <a:ext uri="{53640926-AAD7-44D8-BBD7-CCE9431645EC}">
              <a14:shadowObscured xmlns:a14="http://schemas.microsoft.com/office/drawing/2010/main"/>
            </a:ext>
          </a:extLst>
        </p:spPr>
      </p:pic>
      <p:pic>
        <p:nvPicPr>
          <p:cNvPr id="6" name="Picture 5" descr="A screenshot of a computer&#10;&#10;AI-generated content may be incorrect.">
            <a:extLst>
              <a:ext uri="{FF2B5EF4-FFF2-40B4-BE49-F238E27FC236}">
                <a16:creationId xmlns:a16="http://schemas.microsoft.com/office/drawing/2014/main" id="{1ED75F10-F58E-7E30-EFDF-512C52DB2192}"/>
              </a:ext>
            </a:extLst>
          </p:cNvPr>
          <p:cNvPicPr>
            <a:picLocks noChangeAspect="1"/>
          </p:cNvPicPr>
          <p:nvPr/>
        </p:nvPicPr>
        <p:blipFill>
          <a:blip r:embed="rId4"/>
          <a:stretch>
            <a:fillRect/>
          </a:stretch>
        </p:blipFill>
        <p:spPr>
          <a:xfrm>
            <a:off x="5510784" y="3355848"/>
            <a:ext cx="5898830" cy="2911602"/>
          </a:xfrm>
          <a:prstGeom prst="rect">
            <a:avLst/>
          </a:prstGeom>
        </p:spPr>
      </p:pic>
      <p:sp>
        <p:nvSpPr>
          <p:cNvPr id="8" name="Rectangle: Rounded Corners 7">
            <a:extLst>
              <a:ext uri="{FF2B5EF4-FFF2-40B4-BE49-F238E27FC236}">
                <a16:creationId xmlns:a16="http://schemas.microsoft.com/office/drawing/2014/main" id="{17D8D798-194C-1765-5EBB-686F9188C4FB}"/>
              </a:ext>
            </a:extLst>
          </p:cNvPr>
          <p:cNvSpPr/>
          <p:nvPr/>
        </p:nvSpPr>
        <p:spPr>
          <a:xfrm>
            <a:off x="3408554" y="1069818"/>
            <a:ext cx="5303520" cy="707886"/>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DỮ LIỆU HUẤN LUYỆN MÔ HÌNH</a:t>
            </a:r>
          </a:p>
        </p:txBody>
      </p:sp>
      <p:sp>
        <p:nvSpPr>
          <p:cNvPr id="9" name="Slide Number Placeholder 8">
            <a:extLst>
              <a:ext uri="{FF2B5EF4-FFF2-40B4-BE49-F238E27FC236}">
                <a16:creationId xmlns:a16="http://schemas.microsoft.com/office/drawing/2014/main" id="{82410CA2-6CCD-E41E-DC5F-18C995CA61C5}"/>
              </a:ext>
            </a:extLst>
          </p:cNvPr>
          <p:cNvSpPr>
            <a:spLocks noGrp="1"/>
          </p:cNvSpPr>
          <p:nvPr>
            <p:ph type="sldNum" sz="quarter" idx="12"/>
          </p:nvPr>
        </p:nvSpPr>
        <p:spPr/>
        <p:txBody>
          <a:bodyPr/>
          <a:lstStyle/>
          <a:p>
            <a:fld id="{5A19980F-CA33-44C6-913D-F0BB155EDB91}" type="slidenum">
              <a:rPr lang="en-US" smtClean="0"/>
              <a:t>16</a:t>
            </a:fld>
            <a:endParaRPr lang="en-US"/>
          </a:p>
        </p:txBody>
      </p:sp>
    </p:spTree>
    <p:extLst>
      <p:ext uri="{BB962C8B-B14F-4D97-AF65-F5344CB8AC3E}">
        <p14:creationId xmlns:p14="http://schemas.microsoft.com/office/powerpoint/2010/main" val="32046021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28BA1-E931-2C6E-6207-450E5E595F2C}"/>
            </a:ext>
          </a:extLst>
        </p:cNvPr>
        <p:cNvGrpSpPr/>
        <p:nvPr/>
      </p:nvGrpSpPr>
      <p:grpSpPr>
        <a:xfrm>
          <a:off x="0" y="0"/>
          <a:ext cx="0" cy="0"/>
          <a:chOff x="0" y="0"/>
          <a:chExt cx="0" cy="0"/>
        </a:xfrm>
      </p:grpSpPr>
      <p:sp>
        <p:nvSpPr>
          <p:cNvPr id="4" name="Rectangle: Diagonal Corners Snipped 3">
            <a:extLst>
              <a:ext uri="{FF2B5EF4-FFF2-40B4-BE49-F238E27FC236}">
                <a16:creationId xmlns:a16="http://schemas.microsoft.com/office/drawing/2014/main" id="{3D6B138A-4926-A79E-19BD-769D3A209262}"/>
              </a:ext>
            </a:extLst>
          </p:cNvPr>
          <p:cNvSpPr/>
          <p:nvPr/>
        </p:nvSpPr>
        <p:spPr>
          <a:xfrm>
            <a:off x="317500" y="127000"/>
            <a:ext cx="5778500" cy="736600"/>
          </a:xfrm>
          <a:prstGeom prst="snip2Diag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3. HIỆN THỰC HÓA NGHIÊN CỨU</a:t>
            </a:r>
          </a:p>
        </p:txBody>
      </p:sp>
      <p:pic>
        <p:nvPicPr>
          <p:cNvPr id="5" name="Picture 4" descr="A blue sign with white text&#10;&#10;AI-generated content may be incorrect.">
            <a:extLst>
              <a:ext uri="{FF2B5EF4-FFF2-40B4-BE49-F238E27FC236}">
                <a16:creationId xmlns:a16="http://schemas.microsoft.com/office/drawing/2014/main" id="{7272C3BC-9B79-287D-2C2A-267FB15D62C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4341" t="5666" r="36562" b="15034"/>
          <a:stretch>
            <a:fillRect/>
          </a:stretch>
        </p:blipFill>
        <p:spPr bwMode="auto">
          <a:xfrm>
            <a:off x="8365837" y="747597"/>
            <a:ext cx="3497170" cy="5362805"/>
          </a:xfrm>
          <a:prstGeom prst="rect">
            <a:avLst/>
          </a:prstGeom>
          <a:noFill/>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92CCF497-61E8-64FD-AC18-53BE82405BC4}"/>
              </a:ext>
            </a:extLst>
          </p:cNvPr>
          <p:cNvSpPr txBox="1"/>
          <p:nvPr/>
        </p:nvSpPr>
        <p:spPr>
          <a:xfrm>
            <a:off x="317500" y="2274838"/>
            <a:ext cx="8449056" cy="2308324"/>
          </a:xfrm>
          <a:prstGeom prst="rect">
            <a:avLst/>
          </a:prstGeom>
          <a:noFill/>
        </p:spPr>
        <p:txBody>
          <a:bodyPr wrap="square" rtlCol="0">
            <a:spAutoFit/>
          </a:bodyPr>
          <a:lstStyle/>
          <a:p>
            <a:pPr marL="342900" indent="-342900">
              <a:buAutoNum type="arabicPeriod"/>
            </a:pPr>
            <a:r>
              <a:rPr lang="en-US" sz="2400"/>
              <a:t>Người dùnG nhập nội dung email trên giao diện web Flask</a:t>
            </a:r>
          </a:p>
          <a:p>
            <a:pPr marL="342900" indent="-342900">
              <a:buAutoNum type="arabicPeriod"/>
            </a:pPr>
            <a:r>
              <a:rPr lang="en-US" sz="2400"/>
              <a:t>Hệ thống thực hiện tiền xử lý văn bản</a:t>
            </a:r>
          </a:p>
          <a:p>
            <a:pPr marL="342900" indent="-342900">
              <a:buAutoNum type="arabicPeriod"/>
            </a:pPr>
            <a:r>
              <a:rPr lang="en-US" sz="2400"/>
              <a:t>Chuyển đổi dữ liệu văn bản sang dạng vector bằng TF-IDF</a:t>
            </a:r>
          </a:p>
          <a:p>
            <a:pPr marL="342900" indent="-342900">
              <a:buAutoNum type="arabicPeriod"/>
            </a:pPr>
            <a:r>
              <a:rPr lang="en-US" sz="2400"/>
              <a:t>Mô hình SVM tiến hành dự đoán</a:t>
            </a:r>
          </a:p>
          <a:p>
            <a:pPr marL="342900" indent="-342900">
              <a:buAutoNum type="arabicPeriod"/>
            </a:pPr>
            <a:r>
              <a:rPr lang="en-US" sz="2400"/>
              <a:t>Hệ thống trả về kết quả phân loại</a:t>
            </a:r>
          </a:p>
          <a:p>
            <a:pPr marL="342900" indent="-342900">
              <a:buAutoNum type="arabicPeriod"/>
            </a:pPr>
            <a:r>
              <a:rPr lang="en-US" sz="2400"/>
              <a:t>Hiển thị kết quả Spam/ Không Spam trên giao diện</a:t>
            </a:r>
          </a:p>
        </p:txBody>
      </p:sp>
      <p:sp>
        <p:nvSpPr>
          <p:cNvPr id="3" name="Rectangle: Rounded Corners 2">
            <a:extLst>
              <a:ext uri="{FF2B5EF4-FFF2-40B4-BE49-F238E27FC236}">
                <a16:creationId xmlns:a16="http://schemas.microsoft.com/office/drawing/2014/main" id="{86A94D10-8E35-B56D-1A0A-8932F9A062CD}"/>
              </a:ext>
            </a:extLst>
          </p:cNvPr>
          <p:cNvSpPr/>
          <p:nvPr/>
        </p:nvSpPr>
        <p:spPr>
          <a:xfrm>
            <a:off x="3463036" y="1273277"/>
            <a:ext cx="5303520" cy="707886"/>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QUY TRÌNH XỬ LÝ EMAIL SPAM</a:t>
            </a:r>
          </a:p>
        </p:txBody>
      </p:sp>
      <p:sp>
        <p:nvSpPr>
          <p:cNvPr id="7" name="Slide Number Placeholder 6">
            <a:extLst>
              <a:ext uri="{FF2B5EF4-FFF2-40B4-BE49-F238E27FC236}">
                <a16:creationId xmlns:a16="http://schemas.microsoft.com/office/drawing/2014/main" id="{F3775E33-85A8-83B6-000D-6C912A7870F1}"/>
              </a:ext>
            </a:extLst>
          </p:cNvPr>
          <p:cNvSpPr>
            <a:spLocks noGrp="1"/>
          </p:cNvSpPr>
          <p:nvPr>
            <p:ph type="sldNum" sz="quarter" idx="12"/>
          </p:nvPr>
        </p:nvSpPr>
        <p:spPr/>
        <p:txBody>
          <a:bodyPr/>
          <a:lstStyle/>
          <a:p>
            <a:fld id="{5A19980F-CA33-44C6-913D-F0BB155EDB91}" type="slidenum">
              <a:rPr lang="en-US" smtClean="0"/>
              <a:t>17</a:t>
            </a:fld>
            <a:endParaRPr lang="en-US"/>
          </a:p>
        </p:txBody>
      </p:sp>
    </p:spTree>
    <p:extLst>
      <p:ext uri="{BB962C8B-B14F-4D97-AF65-F5344CB8AC3E}">
        <p14:creationId xmlns:p14="http://schemas.microsoft.com/office/powerpoint/2010/main" val="3144354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57ECA-4A74-3A00-BB15-AB263AE8AF1B}"/>
            </a:ext>
          </a:extLst>
        </p:cNvPr>
        <p:cNvGrpSpPr/>
        <p:nvPr/>
      </p:nvGrpSpPr>
      <p:grpSpPr>
        <a:xfrm>
          <a:off x="0" y="0"/>
          <a:ext cx="0" cy="0"/>
          <a:chOff x="0" y="0"/>
          <a:chExt cx="0" cy="0"/>
        </a:xfrm>
      </p:grpSpPr>
      <p:sp>
        <p:nvSpPr>
          <p:cNvPr id="4" name="Rectangle: Diagonal Corners Snipped 3">
            <a:extLst>
              <a:ext uri="{FF2B5EF4-FFF2-40B4-BE49-F238E27FC236}">
                <a16:creationId xmlns:a16="http://schemas.microsoft.com/office/drawing/2014/main" id="{A81FCD97-885D-C652-DF40-8AFD5996BE2E}"/>
              </a:ext>
            </a:extLst>
          </p:cNvPr>
          <p:cNvSpPr/>
          <p:nvPr/>
        </p:nvSpPr>
        <p:spPr>
          <a:xfrm>
            <a:off x="317500" y="127000"/>
            <a:ext cx="5778500" cy="736600"/>
          </a:xfrm>
          <a:prstGeom prst="snip2Diag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3. HIỆN THỰC HÓA NGHIÊN CỨU</a:t>
            </a:r>
          </a:p>
        </p:txBody>
      </p:sp>
      <p:sp>
        <p:nvSpPr>
          <p:cNvPr id="6" name="TextBox 5">
            <a:extLst>
              <a:ext uri="{FF2B5EF4-FFF2-40B4-BE49-F238E27FC236}">
                <a16:creationId xmlns:a16="http://schemas.microsoft.com/office/drawing/2014/main" id="{71B599FE-2BBF-800A-6025-BE9F41B7F141}"/>
              </a:ext>
            </a:extLst>
          </p:cNvPr>
          <p:cNvSpPr txBox="1"/>
          <p:nvPr/>
        </p:nvSpPr>
        <p:spPr>
          <a:xfrm>
            <a:off x="317500" y="2274838"/>
            <a:ext cx="8449056" cy="1569660"/>
          </a:xfrm>
          <a:prstGeom prst="rect">
            <a:avLst/>
          </a:prstGeom>
          <a:noFill/>
        </p:spPr>
        <p:txBody>
          <a:bodyPr wrap="square" rtlCol="0">
            <a:spAutoFit/>
          </a:bodyPr>
          <a:lstStyle/>
          <a:p>
            <a:r>
              <a:rPr lang="vi-VN" sz="2400"/>
              <a:t>Chuyển toàn bộ văn bản về chữ thường</a:t>
            </a:r>
            <a:endParaRPr lang="en-US" sz="2400"/>
          </a:p>
          <a:p>
            <a:r>
              <a:rPr lang="vi-VN" sz="2400"/>
              <a:t>Chuyển toàn bộ văn bản về chữ thường</a:t>
            </a:r>
            <a:endParaRPr lang="en-US" sz="2400"/>
          </a:p>
          <a:p>
            <a:r>
              <a:rPr lang="en-US" sz="2400"/>
              <a:t>Loại bỏ các từ không mang nhiều ý nghĩa (stopwords)</a:t>
            </a:r>
          </a:p>
          <a:p>
            <a:r>
              <a:rPr lang="vi-VN" sz="2400"/>
              <a:t>Chuẩn hóa dữ liệu trước khi đưa vào mô hình học máy</a:t>
            </a:r>
          </a:p>
        </p:txBody>
      </p:sp>
      <p:sp>
        <p:nvSpPr>
          <p:cNvPr id="7" name="Rectangle: Rounded Corners 6">
            <a:extLst>
              <a:ext uri="{FF2B5EF4-FFF2-40B4-BE49-F238E27FC236}">
                <a16:creationId xmlns:a16="http://schemas.microsoft.com/office/drawing/2014/main" id="{ABBEA831-65D2-6FCC-1CD9-C068756B925E}"/>
              </a:ext>
            </a:extLst>
          </p:cNvPr>
          <p:cNvSpPr/>
          <p:nvPr/>
        </p:nvSpPr>
        <p:spPr>
          <a:xfrm>
            <a:off x="3463036" y="1215276"/>
            <a:ext cx="5303520" cy="60438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TIỀN XỬ LÝ DỮ LIỆU VĂN BẢN</a:t>
            </a:r>
          </a:p>
        </p:txBody>
      </p:sp>
      <p:sp>
        <p:nvSpPr>
          <p:cNvPr id="8" name="Slide Number Placeholder 7">
            <a:extLst>
              <a:ext uri="{FF2B5EF4-FFF2-40B4-BE49-F238E27FC236}">
                <a16:creationId xmlns:a16="http://schemas.microsoft.com/office/drawing/2014/main" id="{2E778627-BFE1-755E-E573-1DC9A24162E7}"/>
              </a:ext>
            </a:extLst>
          </p:cNvPr>
          <p:cNvSpPr>
            <a:spLocks noGrp="1"/>
          </p:cNvSpPr>
          <p:nvPr>
            <p:ph type="sldNum" sz="quarter" idx="12"/>
          </p:nvPr>
        </p:nvSpPr>
        <p:spPr/>
        <p:txBody>
          <a:bodyPr/>
          <a:lstStyle/>
          <a:p>
            <a:fld id="{5A19980F-CA33-44C6-913D-F0BB155EDB91}" type="slidenum">
              <a:rPr lang="en-US" smtClean="0"/>
              <a:t>18</a:t>
            </a:fld>
            <a:endParaRPr lang="en-US"/>
          </a:p>
        </p:txBody>
      </p:sp>
    </p:spTree>
    <p:extLst>
      <p:ext uri="{BB962C8B-B14F-4D97-AF65-F5344CB8AC3E}">
        <p14:creationId xmlns:p14="http://schemas.microsoft.com/office/powerpoint/2010/main" val="50101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B8EC4-ACE8-7268-DF87-447A9E47B0FF}"/>
            </a:ext>
          </a:extLst>
        </p:cNvPr>
        <p:cNvGrpSpPr/>
        <p:nvPr/>
      </p:nvGrpSpPr>
      <p:grpSpPr>
        <a:xfrm>
          <a:off x="0" y="0"/>
          <a:ext cx="0" cy="0"/>
          <a:chOff x="0" y="0"/>
          <a:chExt cx="0" cy="0"/>
        </a:xfrm>
      </p:grpSpPr>
      <p:sp>
        <p:nvSpPr>
          <p:cNvPr id="4" name="Rectangle: Diagonal Corners Snipped 3">
            <a:extLst>
              <a:ext uri="{FF2B5EF4-FFF2-40B4-BE49-F238E27FC236}">
                <a16:creationId xmlns:a16="http://schemas.microsoft.com/office/drawing/2014/main" id="{6E1C871E-5609-4D2A-59C1-0F8A50F21471}"/>
              </a:ext>
            </a:extLst>
          </p:cNvPr>
          <p:cNvSpPr/>
          <p:nvPr/>
        </p:nvSpPr>
        <p:spPr>
          <a:xfrm>
            <a:off x="317500" y="127000"/>
            <a:ext cx="5778500" cy="736600"/>
          </a:xfrm>
          <a:prstGeom prst="snip2Diag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3. HIỆN THỰC HÓA NGHIÊN CỨU</a:t>
            </a:r>
          </a:p>
        </p:txBody>
      </p:sp>
      <p:sp>
        <p:nvSpPr>
          <p:cNvPr id="6" name="TextBox 5">
            <a:extLst>
              <a:ext uri="{FF2B5EF4-FFF2-40B4-BE49-F238E27FC236}">
                <a16:creationId xmlns:a16="http://schemas.microsoft.com/office/drawing/2014/main" id="{8BDDDDA3-5F24-E917-34BE-0803C6D723E1}"/>
              </a:ext>
            </a:extLst>
          </p:cNvPr>
          <p:cNvSpPr txBox="1"/>
          <p:nvPr/>
        </p:nvSpPr>
        <p:spPr>
          <a:xfrm>
            <a:off x="317500" y="2274838"/>
            <a:ext cx="8449056" cy="1569660"/>
          </a:xfrm>
          <a:prstGeom prst="rect">
            <a:avLst/>
          </a:prstGeom>
          <a:noFill/>
        </p:spPr>
        <p:txBody>
          <a:bodyPr wrap="square" rtlCol="0">
            <a:spAutoFit/>
          </a:bodyPr>
          <a:lstStyle/>
          <a:p>
            <a:r>
              <a:rPr lang="en-US" sz="2400"/>
              <a:t>TF-IDF chuyển văn bản thành vector số</a:t>
            </a:r>
          </a:p>
          <a:p>
            <a:pPr marL="342900" indent="-342900">
              <a:buFontTx/>
              <a:buChar char="-"/>
            </a:pPr>
            <a:r>
              <a:rPr lang="en-US" sz="2400"/>
              <a:t>Tần suất xuất hiện của từ trong Email (TF)</a:t>
            </a:r>
          </a:p>
          <a:p>
            <a:pPr marL="342900" indent="-342900">
              <a:buFontTx/>
              <a:buChar char="-"/>
            </a:pPr>
            <a:r>
              <a:rPr lang="en-US" sz="2400"/>
              <a:t>Mức độ quan trọng của từ trong toàn bộ tập dữ liệu (IDF)</a:t>
            </a:r>
          </a:p>
          <a:p>
            <a:pPr marL="342900" indent="-342900">
              <a:buFontTx/>
              <a:buChar char="-"/>
            </a:pPr>
            <a:r>
              <a:rPr lang="en-US" sz="2400"/>
              <a:t>Vector TF – IDF là đầu vào cho mô  hình SVM</a:t>
            </a:r>
          </a:p>
        </p:txBody>
      </p:sp>
      <p:sp>
        <p:nvSpPr>
          <p:cNvPr id="7" name="Rectangle: Rounded Corners 6">
            <a:extLst>
              <a:ext uri="{FF2B5EF4-FFF2-40B4-BE49-F238E27FC236}">
                <a16:creationId xmlns:a16="http://schemas.microsoft.com/office/drawing/2014/main" id="{3ECEEAE0-07AD-2BE1-9774-6363FAA6DA0A}"/>
              </a:ext>
            </a:extLst>
          </p:cNvPr>
          <p:cNvSpPr/>
          <p:nvPr/>
        </p:nvSpPr>
        <p:spPr>
          <a:xfrm>
            <a:off x="3463036" y="1343076"/>
            <a:ext cx="5303520" cy="60438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b="1"/>
              <a:t>TRÍCH XUẤT ĐẶC TRƯNG BẰNG TF-IDF</a:t>
            </a:r>
          </a:p>
        </p:txBody>
      </p:sp>
      <p:sp>
        <p:nvSpPr>
          <p:cNvPr id="8" name="Slide Number Placeholder 7">
            <a:extLst>
              <a:ext uri="{FF2B5EF4-FFF2-40B4-BE49-F238E27FC236}">
                <a16:creationId xmlns:a16="http://schemas.microsoft.com/office/drawing/2014/main" id="{CE04D71C-0C99-FBDE-BD58-0A5E01F8FF1D}"/>
              </a:ext>
            </a:extLst>
          </p:cNvPr>
          <p:cNvSpPr>
            <a:spLocks noGrp="1"/>
          </p:cNvSpPr>
          <p:nvPr>
            <p:ph type="sldNum" sz="quarter" idx="12"/>
          </p:nvPr>
        </p:nvSpPr>
        <p:spPr/>
        <p:txBody>
          <a:bodyPr/>
          <a:lstStyle/>
          <a:p>
            <a:fld id="{5A19980F-CA33-44C6-913D-F0BB155EDB91}" type="slidenum">
              <a:rPr lang="en-US" smtClean="0"/>
              <a:t>19</a:t>
            </a:fld>
            <a:endParaRPr lang="en-US"/>
          </a:p>
        </p:txBody>
      </p:sp>
    </p:spTree>
    <p:extLst>
      <p:ext uri="{BB962C8B-B14F-4D97-AF65-F5344CB8AC3E}">
        <p14:creationId xmlns:p14="http://schemas.microsoft.com/office/powerpoint/2010/main" val="3155513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5F9B9-070D-6986-E6DA-54718A6B2A1B}"/>
            </a:ext>
          </a:extLst>
        </p:cNvPr>
        <p:cNvGrpSpPr/>
        <p:nvPr/>
      </p:nvGrpSpPr>
      <p:grpSpPr>
        <a:xfrm>
          <a:off x="0" y="0"/>
          <a:ext cx="0" cy="0"/>
          <a:chOff x="0" y="0"/>
          <a:chExt cx="0" cy="0"/>
        </a:xfrm>
      </p:grpSpPr>
      <p:sp>
        <p:nvSpPr>
          <p:cNvPr id="4" name="Rectangle: Diagonal Corners Snipped 3">
            <a:extLst>
              <a:ext uri="{FF2B5EF4-FFF2-40B4-BE49-F238E27FC236}">
                <a16:creationId xmlns:a16="http://schemas.microsoft.com/office/drawing/2014/main" id="{CD45A4BC-458A-F3D3-1C95-B823A3A1A2E1}"/>
              </a:ext>
            </a:extLst>
          </p:cNvPr>
          <p:cNvSpPr/>
          <p:nvPr/>
        </p:nvSpPr>
        <p:spPr>
          <a:xfrm>
            <a:off x="317500" y="127000"/>
            <a:ext cx="5778500" cy="736600"/>
          </a:xfrm>
          <a:prstGeom prst="snip2Diag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4. KẾT QUẢ ĐÁNH GIÁ MÔ HÌNH</a:t>
            </a:r>
          </a:p>
        </p:txBody>
      </p:sp>
      <p:sp>
        <p:nvSpPr>
          <p:cNvPr id="6" name="TextBox 5">
            <a:extLst>
              <a:ext uri="{FF2B5EF4-FFF2-40B4-BE49-F238E27FC236}">
                <a16:creationId xmlns:a16="http://schemas.microsoft.com/office/drawing/2014/main" id="{49760F4C-1152-C0A2-00C3-DCCE8B988C32}"/>
              </a:ext>
            </a:extLst>
          </p:cNvPr>
          <p:cNvSpPr txBox="1"/>
          <p:nvPr/>
        </p:nvSpPr>
        <p:spPr>
          <a:xfrm>
            <a:off x="580135" y="1769075"/>
            <a:ext cx="5644388" cy="2308324"/>
          </a:xfrm>
          <a:prstGeom prst="rect">
            <a:avLst/>
          </a:prstGeom>
          <a:noFill/>
        </p:spPr>
        <p:txBody>
          <a:bodyPr wrap="square" rtlCol="0">
            <a:spAutoFit/>
          </a:bodyPr>
          <a:lstStyle/>
          <a:p>
            <a:r>
              <a:rPr lang="en-US" sz="2400"/>
              <a:t>Độ chính xác (Accuracy): khoảng </a:t>
            </a:r>
            <a:r>
              <a:rPr lang="en-US" sz="2400" b="1"/>
              <a:t>99%</a:t>
            </a:r>
          </a:p>
          <a:p>
            <a:r>
              <a:rPr lang="en-US" sz="2400"/>
              <a:t>Các chỉ số: Precision; Recall; F1-score</a:t>
            </a:r>
            <a:br>
              <a:rPr lang="en-US" sz="2400"/>
            </a:br>
            <a:r>
              <a:rPr lang="en-US" sz="2400"/>
              <a:t>đều đạt giá trị cao cho cả hai lớp </a:t>
            </a:r>
            <a:r>
              <a:rPr lang="en-US" sz="2400" b="1"/>
              <a:t>Spam</a:t>
            </a:r>
            <a:r>
              <a:rPr lang="en-US" sz="2400"/>
              <a:t> và </a:t>
            </a:r>
            <a:r>
              <a:rPr lang="en-US" sz="2400" b="1"/>
              <a:t>Ham</a:t>
            </a:r>
          </a:p>
          <a:p>
            <a:r>
              <a:rPr lang="en-US" sz="2400"/>
              <a:t>Kết quả cho thấy mô hình SVM hoạt động hiệu quả và ổn định</a:t>
            </a:r>
          </a:p>
        </p:txBody>
      </p:sp>
      <p:pic>
        <p:nvPicPr>
          <p:cNvPr id="3" name="Picture 2" descr="A black screen with many small icons&#10;&#10;AI-generated content may be incorrect.">
            <a:extLst>
              <a:ext uri="{FF2B5EF4-FFF2-40B4-BE49-F238E27FC236}">
                <a16:creationId xmlns:a16="http://schemas.microsoft.com/office/drawing/2014/main" id="{915A8B1B-4126-98C5-32D7-1FBC834B90FF}"/>
              </a:ext>
            </a:extLst>
          </p:cNvPr>
          <p:cNvPicPr>
            <a:picLocks noChangeAspect="1"/>
          </p:cNvPicPr>
          <p:nvPr/>
        </p:nvPicPr>
        <p:blipFill>
          <a:blip r:embed="rId3"/>
          <a:stretch>
            <a:fillRect/>
          </a:stretch>
        </p:blipFill>
        <p:spPr>
          <a:xfrm>
            <a:off x="513079" y="4300728"/>
            <a:ext cx="5778500" cy="1526188"/>
          </a:xfrm>
          <a:prstGeom prst="rect">
            <a:avLst/>
          </a:prstGeom>
        </p:spPr>
      </p:pic>
      <p:sp>
        <p:nvSpPr>
          <p:cNvPr id="5" name="TextBox 4">
            <a:extLst>
              <a:ext uri="{FF2B5EF4-FFF2-40B4-BE49-F238E27FC236}">
                <a16:creationId xmlns:a16="http://schemas.microsoft.com/office/drawing/2014/main" id="{A18ACAE1-2E77-0F19-42E6-919969DDF3CB}"/>
              </a:ext>
            </a:extLst>
          </p:cNvPr>
          <p:cNvSpPr txBox="1"/>
          <p:nvPr/>
        </p:nvSpPr>
        <p:spPr>
          <a:xfrm>
            <a:off x="6541197" y="1428002"/>
            <a:ext cx="5644388" cy="2308324"/>
          </a:xfrm>
          <a:prstGeom prst="rect">
            <a:avLst/>
          </a:prstGeom>
          <a:noFill/>
        </p:spPr>
        <p:txBody>
          <a:bodyPr wrap="square" rtlCol="0">
            <a:spAutoFit/>
          </a:bodyPr>
          <a:lstStyle/>
          <a:p>
            <a:r>
              <a:rPr lang="en-US" sz="2400"/>
              <a:t>Minh họa cách SVM phân chia không gian dữ liệu</a:t>
            </a:r>
          </a:p>
          <a:p>
            <a:r>
              <a:rPr lang="en-US" sz="2400"/>
              <a:t>Minh họa cách SVM phân chia không gian dữ liệu</a:t>
            </a:r>
          </a:p>
          <a:p>
            <a:r>
              <a:rPr lang="vi-VN" sz="2400"/>
              <a:t>Khoảng cách margin giữa hai lớp được tối đa hóa</a:t>
            </a:r>
            <a:endParaRPr lang="en-US" sz="2400"/>
          </a:p>
        </p:txBody>
      </p:sp>
      <p:pic>
        <p:nvPicPr>
          <p:cNvPr id="11" name="Picture 10" descr="A screenshot of a computer screen&#10;&#10;AI-generated content may be incorrect.">
            <a:extLst>
              <a:ext uri="{FF2B5EF4-FFF2-40B4-BE49-F238E27FC236}">
                <a16:creationId xmlns:a16="http://schemas.microsoft.com/office/drawing/2014/main" id="{E81CAD5D-E1D0-7C08-5D9A-7D30CA13733D}"/>
              </a:ext>
            </a:extLst>
          </p:cNvPr>
          <p:cNvPicPr>
            <a:picLocks noChangeAspect="1"/>
          </p:cNvPicPr>
          <p:nvPr/>
        </p:nvPicPr>
        <p:blipFill rotWithShape="1">
          <a:blip r:embed="rId4">
            <a:extLst>
              <a:ext uri="{28A0092B-C50C-407E-A947-70E740481C1C}">
                <a14:useLocalDpi xmlns:a14="http://schemas.microsoft.com/office/drawing/2010/main" val="0"/>
              </a:ext>
            </a:extLst>
          </a:blip>
          <a:srcRect r="10287"/>
          <a:stretch>
            <a:fillRect/>
          </a:stretch>
        </p:blipFill>
        <p:spPr bwMode="auto">
          <a:xfrm>
            <a:off x="7229885" y="3736326"/>
            <a:ext cx="4267011" cy="3043602"/>
          </a:xfrm>
          <a:prstGeom prst="rect">
            <a:avLst/>
          </a:prstGeom>
          <a:ln>
            <a:noFill/>
          </a:ln>
          <a:extLst>
            <a:ext uri="{53640926-AAD7-44D8-BBD7-CCE9431645EC}">
              <a14:shadowObscured xmlns:a14="http://schemas.microsoft.com/office/drawing/2010/main"/>
            </a:ext>
          </a:extLst>
        </p:spPr>
      </p:pic>
      <p:sp>
        <p:nvSpPr>
          <p:cNvPr id="9" name="Rectangle: Rounded Corners 8">
            <a:extLst>
              <a:ext uri="{FF2B5EF4-FFF2-40B4-BE49-F238E27FC236}">
                <a16:creationId xmlns:a16="http://schemas.microsoft.com/office/drawing/2014/main" id="{80866509-8905-C46D-C2A0-26019B89AB29}"/>
              </a:ext>
            </a:extLst>
          </p:cNvPr>
          <p:cNvSpPr/>
          <p:nvPr/>
        </p:nvSpPr>
        <p:spPr>
          <a:xfrm>
            <a:off x="1158748" y="920002"/>
            <a:ext cx="3677097" cy="60438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KẾT QUẢ THỰC NGHIỆM</a:t>
            </a:r>
            <a:endParaRPr lang="en-US"/>
          </a:p>
        </p:txBody>
      </p:sp>
      <p:sp>
        <p:nvSpPr>
          <p:cNvPr id="12" name="Rectangle: Rounded Corners 11">
            <a:extLst>
              <a:ext uri="{FF2B5EF4-FFF2-40B4-BE49-F238E27FC236}">
                <a16:creationId xmlns:a16="http://schemas.microsoft.com/office/drawing/2014/main" id="{7268119B-3F25-033D-A3DE-79D07EAE170D}"/>
              </a:ext>
            </a:extLst>
          </p:cNvPr>
          <p:cNvSpPr/>
          <p:nvPr/>
        </p:nvSpPr>
        <p:spPr>
          <a:xfrm>
            <a:off x="7229885" y="863600"/>
            <a:ext cx="4626357" cy="60438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t>MINH HỌA PHÂN VÙNG DỮ LIỆU CỦA SVM</a:t>
            </a:r>
          </a:p>
        </p:txBody>
      </p:sp>
      <p:sp>
        <p:nvSpPr>
          <p:cNvPr id="13" name="Slide Number Placeholder 12">
            <a:extLst>
              <a:ext uri="{FF2B5EF4-FFF2-40B4-BE49-F238E27FC236}">
                <a16:creationId xmlns:a16="http://schemas.microsoft.com/office/drawing/2014/main" id="{C758454B-493D-F685-019C-4EE1808FA507}"/>
              </a:ext>
            </a:extLst>
          </p:cNvPr>
          <p:cNvSpPr>
            <a:spLocks noGrp="1"/>
          </p:cNvSpPr>
          <p:nvPr>
            <p:ph type="sldNum" sz="quarter" idx="12"/>
          </p:nvPr>
        </p:nvSpPr>
        <p:spPr/>
        <p:txBody>
          <a:bodyPr/>
          <a:lstStyle/>
          <a:p>
            <a:fld id="{5A19980F-CA33-44C6-913D-F0BB155EDB91}" type="slidenum">
              <a:rPr lang="en-US" smtClean="0"/>
              <a:t>20</a:t>
            </a:fld>
            <a:endParaRPr lang="en-US"/>
          </a:p>
        </p:txBody>
      </p:sp>
    </p:spTree>
    <p:extLst>
      <p:ext uri="{BB962C8B-B14F-4D97-AF65-F5344CB8AC3E}">
        <p14:creationId xmlns:p14="http://schemas.microsoft.com/office/powerpoint/2010/main" val="2287067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67106-8F10-97C5-6F8C-4658AF0C02D0}"/>
            </a:ext>
          </a:extLst>
        </p:cNvPr>
        <p:cNvGrpSpPr/>
        <p:nvPr/>
      </p:nvGrpSpPr>
      <p:grpSpPr>
        <a:xfrm>
          <a:off x="0" y="0"/>
          <a:ext cx="0" cy="0"/>
          <a:chOff x="0" y="0"/>
          <a:chExt cx="0" cy="0"/>
        </a:xfrm>
      </p:grpSpPr>
      <p:sp>
        <p:nvSpPr>
          <p:cNvPr id="4" name="Rectangle: Diagonal Corners Snipped 3">
            <a:extLst>
              <a:ext uri="{FF2B5EF4-FFF2-40B4-BE49-F238E27FC236}">
                <a16:creationId xmlns:a16="http://schemas.microsoft.com/office/drawing/2014/main" id="{94DA1D30-1375-45A6-ADBD-B702A8AFDAC6}"/>
              </a:ext>
            </a:extLst>
          </p:cNvPr>
          <p:cNvSpPr/>
          <p:nvPr/>
        </p:nvSpPr>
        <p:spPr>
          <a:xfrm>
            <a:off x="317500" y="127000"/>
            <a:ext cx="5778500" cy="736600"/>
          </a:xfrm>
          <a:prstGeom prst="snip2Diag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5. TỔNG KẾT</a:t>
            </a:r>
          </a:p>
        </p:txBody>
      </p:sp>
      <p:sp>
        <p:nvSpPr>
          <p:cNvPr id="5" name="TextBox 4">
            <a:extLst>
              <a:ext uri="{FF2B5EF4-FFF2-40B4-BE49-F238E27FC236}">
                <a16:creationId xmlns:a16="http://schemas.microsoft.com/office/drawing/2014/main" id="{07F647A1-6281-F9BD-7D06-CD11352CAA41}"/>
              </a:ext>
            </a:extLst>
          </p:cNvPr>
          <p:cNvSpPr txBox="1"/>
          <p:nvPr/>
        </p:nvSpPr>
        <p:spPr>
          <a:xfrm>
            <a:off x="451612" y="2525282"/>
            <a:ext cx="5644388" cy="2677656"/>
          </a:xfrm>
          <a:prstGeom prst="rect">
            <a:avLst/>
          </a:prstGeom>
          <a:noFill/>
        </p:spPr>
        <p:txBody>
          <a:bodyPr wrap="square" rtlCol="0">
            <a:spAutoFit/>
          </a:bodyPr>
          <a:lstStyle/>
          <a:p>
            <a:r>
              <a:rPr lang="vi-VN" sz="2400"/>
              <a:t>Đề tài đã đạt được:</a:t>
            </a:r>
            <a:endParaRPr lang="en-US" sz="2400"/>
          </a:p>
          <a:p>
            <a:pPr marL="342900" indent="-342900">
              <a:buFontTx/>
              <a:buChar char="-"/>
            </a:pPr>
            <a:r>
              <a:rPr lang="vi-VN" sz="2400"/>
              <a:t>Nghiên cứu cơ sở lý thuyết của thuật toán </a:t>
            </a:r>
            <a:r>
              <a:rPr lang="vi-VN" sz="2400" b="1"/>
              <a:t>SVM</a:t>
            </a:r>
            <a:endParaRPr lang="en-US" sz="2400" b="1"/>
          </a:p>
          <a:p>
            <a:pPr marL="342900" indent="-342900">
              <a:buFontTx/>
              <a:buChar char="-"/>
            </a:pPr>
            <a:r>
              <a:rPr lang="en-US" sz="2400"/>
              <a:t>Xây dựng mô hình lọc email spam bằng </a:t>
            </a:r>
            <a:r>
              <a:rPr lang="en-US" sz="2400" b="1"/>
              <a:t>Python</a:t>
            </a:r>
          </a:p>
          <a:p>
            <a:pPr marL="342900" indent="-342900">
              <a:buFontTx/>
              <a:buChar char="-"/>
            </a:pPr>
            <a:r>
              <a:rPr lang="en-US" sz="2400"/>
              <a:t>Triển khai hệ thống minh họa với giao diện web bằng </a:t>
            </a:r>
            <a:r>
              <a:rPr lang="en-US" sz="2400" b="1"/>
              <a:t>Flask</a:t>
            </a:r>
            <a:endParaRPr lang="en-US" sz="2400"/>
          </a:p>
        </p:txBody>
      </p:sp>
      <p:sp>
        <p:nvSpPr>
          <p:cNvPr id="7" name="TextBox 6">
            <a:extLst>
              <a:ext uri="{FF2B5EF4-FFF2-40B4-BE49-F238E27FC236}">
                <a16:creationId xmlns:a16="http://schemas.microsoft.com/office/drawing/2014/main" id="{CA1E2A19-D579-6401-8DA8-583EF1083373}"/>
              </a:ext>
            </a:extLst>
          </p:cNvPr>
          <p:cNvSpPr txBox="1"/>
          <p:nvPr/>
        </p:nvSpPr>
        <p:spPr>
          <a:xfrm>
            <a:off x="6300215" y="2525282"/>
            <a:ext cx="5891784" cy="2677656"/>
          </a:xfrm>
          <a:prstGeom prst="rect">
            <a:avLst/>
          </a:prstGeom>
          <a:noFill/>
        </p:spPr>
        <p:txBody>
          <a:bodyPr wrap="square" rtlCol="0">
            <a:spAutoFit/>
          </a:bodyPr>
          <a:lstStyle/>
          <a:p>
            <a:r>
              <a:rPr lang="vi-VN" sz="2400"/>
              <a:t>Hướng phát triển trong tương lai:</a:t>
            </a:r>
            <a:endParaRPr lang="en-US" sz="2400"/>
          </a:p>
          <a:p>
            <a:pPr marL="342900" indent="-342900">
              <a:buFontTx/>
              <a:buChar char="-"/>
            </a:pPr>
            <a:r>
              <a:rPr lang="en-US" sz="2400"/>
              <a:t>Mở rộng và cập nhật tập dữ liệu huấn luyện</a:t>
            </a:r>
          </a:p>
          <a:p>
            <a:pPr marL="342900" indent="-342900">
              <a:buFontTx/>
              <a:buChar char="-"/>
            </a:pPr>
            <a:r>
              <a:rPr lang="vi-VN" sz="2400"/>
              <a:t>So sánh với các mô hình khác như </a:t>
            </a:r>
            <a:r>
              <a:rPr lang="vi-VN" sz="2400" b="1"/>
              <a:t>Naive Bayes</a:t>
            </a:r>
            <a:r>
              <a:rPr lang="vi-VN" sz="2400"/>
              <a:t>, </a:t>
            </a:r>
            <a:r>
              <a:rPr lang="vi-VN" sz="2400" b="1"/>
              <a:t>Deep Learning</a:t>
            </a:r>
            <a:endParaRPr lang="en-US" sz="2400" b="1"/>
          </a:p>
          <a:p>
            <a:pPr marL="342900" indent="-342900">
              <a:buFontTx/>
              <a:buChar char="-"/>
            </a:pPr>
            <a:r>
              <a:rPr lang="vi-VN" sz="2400"/>
              <a:t>Hoàn thiện giao diện Flask và triển khai hệ thống trong môi trường thực tế</a:t>
            </a:r>
            <a:endParaRPr lang="en-US" sz="2400"/>
          </a:p>
        </p:txBody>
      </p:sp>
      <p:sp>
        <p:nvSpPr>
          <p:cNvPr id="2" name="Flowchart: Preparation 1">
            <a:extLst>
              <a:ext uri="{FF2B5EF4-FFF2-40B4-BE49-F238E27FC236}">
                <a16:creationId xmlns:a16="http://schemas.microsoft.com/office/drawing/2014/main" id="{85DE7CB3-CE5E-B939-44A5-E7C2ABE3EFDC}"/>
              </a:ext>
            </a:extLst>
          </p:cNvPr>
          <p:cNvSpPr/>
          <p:nvPr/>
        </p:nvSpPr>
        <p:spPr>
          <a:xfrm>
            <a:off x="3700446" y="1286762"/>
            <a:ext cx="4791108" cy="736600"/>
          </a:xfrm>
          <a:custGeom>
            <a:avLst/>
            <a:gdLst>
              <a:gd name="csX0" fmla="*/ 0 w 10000"/>
              <a:gd name="csY0" fmla="*/ 5000 h 10000"/>
              <a:gd name="csX1" fmla="*/ 2000 w 10000"/>
              <a:gd name="csY1" fmla="*/ 0 h 10000"/>
              <a:gd name="csX2" fmla="*/ 8000 w 10000"/>
              <a:gd name="csY2" fmla="*/ 0 h 10000"/>
              <a:gd name="csX3" fmla="*/ 10000 w 10000"/>
              <a:gd name="csY3" fmla="*/ 5000 h 10000"/>
              <a:gd name="csX4" fmla="*/ 8000 w 10000"/>
              <a:gd name="csY4" fmla="*/ 10000 h 10000"/>
              <a:gd name="csX5" fmla="*/ 2000 w 10000"/>
              <a:gd name="csY5" fmla="*/ 10000 h 10000"/>
              <a:gd name="csX6" fmla="*/ 0 w 10000"/>
              <a:gd name="csY6" fmla="*/ 5000 h 10000"/>
              <a:gd name="csX0" fmla="*/ 0 w 8837"/>
              <a:gd name="csY0" fmla="*/ 4436 h 10000"/>
              <a:gd name="csX1" fmla="*/ 837 w 8837"/>
              <a:gd name="csY1" fmla="*/ 0 h 10000"/>
              <a:gd name="csX2" fmla="*/ 6837 w 8837"/>
              <a:gd name="csY2" fmla="*/ 0 h 10000"/>
              <a:gd name="csX3" fmla="*/ 8837 w 8837"/>
              <a:gd name="csY3" fmla="*/ 5000 h 10000"/>
              <a:gd name="csX4" fmla="*/ 6837 w 8837"/>
              <a:gd name="csY4" fmla="*/ 10000 h 10000"/>
              <a:gd name="csX5" fmla="*/ 837 w 8837"/>
              <a:gd name="csY5" fmla="*/ 10000 h 10000"/>
              <a:gd name="csX6" fmla="*/ 0 w 8837"/>
              <a:gd name="csY6" fmla="*/ 4436 h 10000"/>
              <a:gd name="csX0" fmla="*/ 0 w 8618"/>
              <a:gd name="csY0" fmla="*/ 4436 h 10000"/>
              <a:gd name="csX1" fmla="*/ 947 w 8618"/>
              <a:gd name="csY1" fmla="*/ 0 h 10000"/>
              <a:gd name="csX2" fmla="*/ 7737 w 8618"/>
              <a:gd name="csY2" fmla="*/ 0 h 10000"/>
              <a:gd name="csX3" fmla="*/ 8618 w 8618"/>
              <a:gd name="csY3" fmla="*/ 4919 h 10000"/>
              <a:gd name="csX4" fmla="*/ 7737 w 8618"/>
              <a:gd name="csY4" fmla="*/ 10000 h 10000"/>
              <a:gd name="csX5" fmla="*/ 947 w 8618"/>
              <a:gd name="csY5" fmla="*/ 10000 h 10000"/>
              <a:gd name="csX6" fmla="*/ 0 w 8618"/>
              <a:gd name="csY6" fmla="*/ 4436 h 10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618" h="10000">
                <a:moveTo>
                  <a:pt x="0" y="4436"/>
                </a:moveTo>
                <a:lnTo>
                  <a:pt x="947" y="0"/>
                </a:lnTo>
                <a:lnTo>
                  <a:pt x="7737" y="0"/>
                </a:lnTo>
                <a:lnTo>
                  <a:pt x="8618" y="4919"/>
                </a:lnTo>
                <a:lnTo>
                  <a:pt x="7737" y="10000"/>
                </a:lnTo>
                <a:lnTo>
                  <a:pt x="947" y="10000"/>
                </a:lnTo>
                <a:lnTo>
                  <a:pt x="0" y="4436"/>
                </a:lnTo>
                <a:close/>
              </a:path>
            </a:pathLst>
          </a:cu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b="1"/>
              <a:t>KẾT LUẬN VÀ HƯỚNG PHÁT TRIỂN</a:t>
            </a:r>
            <a:endParaRPr lang="en-US" b="1"/>
          </a:p>
        </p:txBody>
      </p:sp>
      <p:sp>
        <p:nvSpPr>
          <p:cNvPr id="3" name="Slide Number Placeholder 2">
            <a:extLst>
              <a:ext uri="{FF2B5EF4-FFF2-40B4-BE49-F238E27FC236}">
                <a16:creationId xmlns:a16="http://schemas.microsoft.com/office/drawing/2014/main" id="{6F1CF144-F3C4-C7EC-686F-1BBF44CD414C}"/>
              </a:ext>
            </a:extLst>
          </p:cNvPr>
          <p:cNvSpPr>
            <a:spLocks noGrp="1"/>
          </p:cNvSpPr>
          <p:nvPr>
            <p:ph type="sldNum" sz="quarter" idx="12"/>
          </p:nvPr>
        </p:nvSpPr>
        <p:spPr/>
        <p:txBody>
          <a:bodyPr/>
          <a:lstStyle/>
          <a:p>
            <a:fld id="{5A19980F-CA33-44C6-913D-F0BB155EDB91}" type="slidenum">
              <a:rPr lang="en-US" smtClean="0"/>
              <a:t>21</a:t>
            </a:fld>
            <a:endParaRPr lang="en-US"/>
          </a:p>
        </p:txBody>
      </p:sp>
    </p:spTree>
    <p:extLst>
      <p:ext uri="{BB962C8B-B14F-4D97-AF65-F5344CB8AC3E}">
        <p14:creationId xmlns:p14="http://schemas.microsoft.com/office/powerpoint/2010/main" val="1242036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BF86B6-46D1-B4EF-CCF2-52E422CB7410}"/>
              </a:ext>
            </a:extLst>
          </p:cNvPr>
          <p:cNvSpPr>
            <a:spLocks noGrp="1"/>
          </p:cNvSpPr>
          <p:nvPr>
            <p:ph type="sldNum" sz="quarter" idx="12"/>
          </p:nvPr>
        </p:nvSpPr>
        <p:spPr/>
        <p:txBody>
          <a:bodyPr/>
          <a:lstStyle/>
          <a:p>
            <a:fld id="{5A19980F-CA33-44C6-913D-F0BB155EDB91}" type="slidenum">
              <a:rPr lang="en-US" smtClean="0"/>
              <a:t>22</a:t>
            </a:fld>
            <a:endParaRPr lang="en-US"/>
          </a:p>
        </p:txBody>
      </p:sp>
      <p:sp>
        <p:nvSpPr>
          <p:cNvPr id="3" name="TextBox 2">
            <a:extLst>
              <a:ext uri="{FF2B5EF4-FFF2-40B4-BE49-F238E27FC236}">
                <a16:creationId xmlns:a16="http://schemas.microsoft.com/office/drawing/2014/main" id="{84C3CA5D-3908-9279-105E-166CFE403023}"/>
              </a:ext>
            </a:extLst>
          </p:cNvPr>
          <p:cNvSpPr txBox="1"/>
          <p:nvPr/>
        </p:nvSpPr>
        <p:spPr>
          <a:xfrm>
            <a:off x="2322576" y="3273552"/>
            <a:ext cx="8567928" cy="523220"/>
          </a:xfrm>
          <a:prstGeom prst="rect">
            <a:avLst/>
          </a:prstGeom>
          <a:noFill/>
        </p:spPr>
        <p:txBody>
          <a:bodyPr wrap="square" rtlCol="0">
            <a:spAutoFit/>
          </a:bodyPr>
          <a:lstStyle/>
          <a:p>
            <a:r>
              <a:rPr lang="en-US" sz="2800" b="1">
                <a:latin typeface="Times New Roman" panose="02020603050405020304" pitchFamily="18" charset="0"/>
                <a:cs typeface="Times New Roman" panose="02020603050405020304" pitchFamily="18" charset="0"/>
              </a:rPr>
              <a:t>CẢM ƠN THẦY CÔ VÀ CÁC BẠN ĐÃ LẮNG NGHE</a:t>
            </a:r>
          </a:p>
        </p:txBody>
      </p:sp>
    </p:spTree>
    <p:extLst>
      <p:ext uri="{BB962C8B-B14F-4D97-AF65-F5344CB8AC3E}">
        <p14:creationId xmlns:p14="http://schemas.microsoft.com/office/powerpoint/2010/main" val="11750461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AC8B8-58E4-78A0-E315-9ECD4D9490F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CF80B23-80A8-73B0-31E2-2726787E3047}"/>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1009EFE1-33BB-54BD-E0CC-9F545840CBBC}"/>
              </a:ext>
            </a:extLst>
          </p:cNvPr>
          <p:cNvSpPr>
            <a:spLocks noGrp="1"/>
          </p:cNvSpPr>
          <p:nvPr>
            <p:ph type="sldNum" sz="quarter" idx="12"/>
          </p:nvPr>
        </p:nvSpPr>
        <p:spPr/>
        <p:txBody>
          <a:bodyPr/>
          <a:lstStyle/>
          <a:p>
            <a:fld id="{5A19980F-CA33-44C6-913D-F0BB155EDB91}" type="slidenum">
              <a:rPr lang="en-US" smtClean="0"/>
              <a:t>23</a:t>
            </a:fld>
            <a:endParaRPr lang="en-US"/>
          </a:p>
        </p:txBody>
      </p:sp>
    </p:spTree>
    <p:extLst>
      <p:ext uri="{BB962C8B-B14F-4D97-AF65-F5344CB8AC3E}">
        <p14:creationId xmlns:p14="http://schemas.microsoft.com/office/powerpoint/2010/main" val="27487631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414</TotalTime>
  <Words>1871</Words>
  <Application>Microsoft Office PowerPoint</Application>
  <PresentationFormat>Widescreen</PresentationFormat>
  <Paragraphs>215</Paragraphs>
  <Slides>23</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 QUOC TUAN</dc:creator>
  <cp:lastModifiedBy>LE QUOC TUAN</cp:lastModifiedBy>
  <cp:revision>1</cp:revision>
  <dcterms:created xsi:type="dcterms:W3CDTF">2026-01-05T02:57:21Z</dcterms:created>
  <dcterms:modified xsi:type="dcterms:W3CDTF">2026-01-09T18:00:32Z</dcterms:modified>
</cp:coreProperties>
</file>